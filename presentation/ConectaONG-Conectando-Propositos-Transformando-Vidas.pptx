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notesSlides/notesSlide2.xml" ContentType="application/vnd.openxmlformats-officedocument.presentationml.notesSlide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notesSlides/notesSlide3.xml" ContentType="application/vnd.openxmlformats-officedocument.presentationml.notesSlide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notesSlides/notesSlide4.xml" ContentType="application/vnd.openxmlformats-officedocument.presentationml.notesSlide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notesSlides/notesSlide5.xml" ContentType="application/vnd.openxmlformats-officedocument.presentationml.notesSlide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notesSlides/notesSlide6.xml" ContentType="application/vnd.openxmlformats-officedocument.presentationml.notesSlide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notesSlides/notesSlide7.xml" ContentType="application/vnd.openxmlformats-officedocument.presentationml.notesSlide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</p:sldIdLst>
  <p:sldSz cx="14630400" cy="8229600"/>
  <p:notesSz cx="8229600" cy="14630400"/>
  <p:embeddedFontLst>
    <p:embeddedFont>
      <p:font typeface="Anton" pitchFamily="2" charset="0"/>
      <p:regular r:id="rId10"/>
    </p:embeddedFont>
    <p:embeddedFont>
      <p:font typeface="Fira Sans" panose="020B0503050000020004" pitchFamily="34" charset="0"/>
      <p:regular r:id="rId11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83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0T18:24:59.063"/>
    </inkml:context>
    <inkml:brush xml:id="br0">
      <inkml:brushProperty name="width" value="0.35" units="cm"/>
      <inkml:brushProperty name="height" value="0.35" units="cm"/>
      <inkml:brushProperty name="color" value="#1C1C1C"/>
    </inkml:brush>
  </inkml:definitions>
  <inkml:trace contextRef="#ctx0" brushRef="#br0">1 38 24575,'2'0'0,"1"-1"0,-1 1 0,1-1 0,-1 0 0,0 0 0,1 0 0,-1 0 0,4-3 0,13-5 0,13 2 0,1 2 0,0 1 0,0 2 0,0 1 0,42 4 0,1 0 0,36-5 0,102 5 0,-114 12 0,-65-8 0,58 3 0,485-9 0,-277-3 0,1063 2 0,-1338-1 0,-1-2 0,44-9 0,-42 6 0,0 1 0,30-1 0,414 5 0,-225 3 0,-234-1 84,0 0 1,0 1-1,13 4 0,-15-3-368,-1-1 1,1-1-1,0 1 0,0-1 1,10-1-1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0T18:25:00.734"/>
    </inkml:context>
    <inkml:brush xml:id="br0">
      <inkml:brushProperty name="width" value="0.35" units="cm"/>
      <inkml:brushProperty name="height" value="0.35" units="cm"/>
      <inkml:brushProperty name="color" value="#1C1C1C"/>
    </inkml:brush>
  </inkml:definitions>
  <inkml:trace contextRef="#ctx0" brushRef="#br0">4894 231 24575,'-83'1'0,"-94"-3"0,106-13 0,5 2 0,-19-4 0,60 11 0,0 1 0,-31-3 0,-176 7 0,123 2 0,50 2 0,-58 10 0,-39 3 0,-67 0-293,-54 2-114,232-18 407,-21 0-4,-100 12 0,87-2 358,-121 0 0,169-8-354,0 1 0,-35 8 0,30-5 0,-38 3 0,-158-10 0,-37 3 0,167 13 0,65-8 0,-41 2 0,16-7 0,29-2 0,0 1 0,-54 11 0,38-3 0,0-2 0,-59 0 0,-101-8 0,72-2 0,-645 4 0,775-1 0,3 0 0,0 0 0,-1 1 0,1-1 0,0-1 0,0 1 0,0 0 0,0-1 0,0 0 0,1 0 0,-1 0 0,0-1 0,0 1 0,0-1 0,-4-3 0,8 5 0,0 0 0,0-1 0,-1 1 0,1 0 0,0-1 0,0 1 0,0 0 0,0-1 0,0 1 0,0 0 0,0-1 0,0 1 0,0 0 0,0-1 0,0 1 0,0 0 0,1-1 0,-1 1 0,0 0 0,0-1 0,0 1 0,0 0 0,0-1 0,1 1 0,-1 0 0,0 0 0,0-1 0,1 1 0,-1 0 0,0 0 0,0-1 0,1 1 0,-1 0 0,0 0 0,0 0 0,1 0 0,-1-1 0,0 1 0,1 0 0,-1 0 0,0 0 0,1 0 0,-1 0 0,0 0 0,1 0 0,-1 0 0,1 0 0,21-6 0,-19 5 0,19-6 0,-1-2 0,0 0 0,32-21 0,-37 21 0,44-33 0,-48 32 0,0 1 0,1 0 0,0 1 0,15-7 0,53-23 0,-35 16 0,59-20 0,-91 38 0,98-27 0,-58 18 0,-32 7 0,1 1 0,40-4 0,349 7 0,-205 4 0,-176-2 0,0 2 0,-1 1 0,53 12 0,-51-9 192,-23-5-387,0 1 1,0 0-1,-1 0 0,1 1 1,0 0-1,-1 1 1,9 5-1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0T18:25:02.541"/>
    </inkml:context>
    <inkml:brush xml:id="br0">
      <inkml:brushProperty name="width" value="0.35" units="cm"/>
      <inkml:brushProperty name="height" value="0.35" units="cm"/>
      <inkml:brushProperty name="color" value="#1C1C1C"/>
    </inkml:brush>
  </inkml:definitions>
  <inkml:trace contextRef="#ctx0" brushRef="#br0">1 68 24575,'126'2'0,"141"-5"0,-250 0 0,0 0 0,0-1 0,-1-1 0,29-12 0,-29 10 0,0 1 0,0 1 0,0 0 0,1 1 0,19-2 0,263 5 0,-143 3 0,2090-2-1365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0T18:27:49.395"/>
    </inkml:context>
    <inkml:brush xml:id="br0">
      <inkml:brushProperty name="width" value="0.35" units="cm"/>
      <inkml:brushProperty name="height" value="0.35" units="cm"/>
      <inkml:brushProperty name="color" value="#1C1C1C"/>
    </inkml:brush>
  </inkml:definitions>
  <inkml:trace contextRef="#ctx0" brushRef="#br0">1 6 24575,'0'-5'0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0T18:33:00.349"/>
    </inkml:context>
    <inkml:brush xml:id="br0">
      <inkml:brushProperty name="width" value="0.2" units="cm"/>
      <inkml:brushProperty name="height" value="0.2" units="cm"/>
      <inkml:brushProperty name="color" value="#1F1F1F"/>
    </inkml:brush>
  </inkml:definitions>
  <inkml:trace contextRef="#ctx0" brushRef="#br0">0 479 24575,'10'-2'0,"0"1"0,0-2 0,-1 1 0,1-1 0,-1-1 0,13-5 0,14-6 0,33-3 0,85-12 0,37-9 0,-127 24 0,96-8 0,40-8 0,48-12 0,36-10 0,-65-17 0,-193 62 0,1 0 0,1 2 0,-1 1 0,1 1 0,30 0 0,49-8 0,190-30 0,-200 29 0,-55 6 0,52-1 0,568 8 0,-661 0 0,0 0 0,0 0 0,0 0 0,0 0 0,0 0 0,0 0 0,0 0 0,0 0 0,0 0 0,-1 0 0,1 0 0,0 0 0,0 1 0,0-1 0,0 0 0,0 1 0,-1-1 0,1 1 0,0-1 0,0 1 0,0-1 0,-1 1 0,1-1 0,0 1 0,-1 0 0,1-1 0,-1 1 0,2 2 0,-2-2 0,0 0 0,0 1 0,-1-1 0,1 0 0,0 1 0,-1-1 0,1 0 0,-1 1 0,1-1 0,-1 0 0,0 0 0,1 0 0,-1 1 0,0-1 0,0 0 0,-1 1 0,-4 5 0,0-2 0,0 1 0,0-1 0,0 0 0,-15 8 0,-113 43-341,-2-6 0,-2-5-1,-271 48 1,373-87-6485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0T18:33:10.440"/>
    </inkml:context>
    <inkml:brush xml:id="br0">
      <inkml:brushProperty name="width" value="0.35" units="cm"/>
      <inkml:brushProperty name="height" value="0.35" units="cm"/>
      <inkml:brushProperty name="color" value="#1F1F1F"/>
    </inkml:brush>
  </inkml:definitions>
  <inkml:trace contextRef="#ctx0" brushRef="#br0">1 334 24575,'100'0'0,"150"-18"0,-132 7 0,230 7 0,-174 7 0,175-21 0,-155 9 0,-129 8 0,95-13 0,30-8 0,-43 7 0,-92 7 0,14 0 0,86-23 0,-87 13 0,1 3 0,89-7 0,106-7 0,-234 23 0,0 0 0,32-11 0,-38 9 0,1 1 0,1 1 0,42-4 0,227 9 0,-139 3 0,-113 0 0,63 11 0,-60-6 0,58 1 0,-73-8 0,-21-1 0,0 0 0,-1 1 0,1 0 0,0 1 0,-1 0 0,1 1 0,-1 0 0,19 6 0,-28-8 0,0 0 0,0 0 0,1 0 0,-1 0 0,0 0 0,1 1 0,-1-1 0,0 0 0,0 0 0,1 0 0,-1 1 0,0-1 0,0 0 0,1 0 0,-1 0 0,0 1 0,0-1 0,0 0 0,1 1 0,-1-1 0,0 0 0,0 0 0,0 1 0,0-1 0,0 0 0,0 1 0,0-1 0,0 0 0,0 1 0,0-1 0,0 0 0,0 1 0,0-1 0,0 0 0,0 1 0,0-1 0,0 0 0,0 0 0,0 1 0,-13 10 0,-21 4 0,-14-7 0,0-2 0,0-2 0,-1-2 0,-67-7 0,8 2 0,-1842 2-2659,1112 2 5054,1133 14-2098,-1 1-438,-274-16 29,517 16-320,-99-4 703,-392-12 110,-826 0-381,776 0 0,-5 1 0,-1-1 0,0-1 0,1 1 0,-1-2 0,0 1 0,1-1 0,-13-4 0,22 6 0,0 0 0,0-1 0,-1 1 0,1 0 0,0 0 0,0 0 0,0 0 0,-1 0 0,1 0 0,0 0 0,0 0 0,-1 0 0,1-1 0,0 1 0,0 0 0,0 0 0,-1 0 0,1 0 0,0-1 0,0 1 0,0 0 0,0 0 0,0 0 0,-1-1 0,1 1 0,0 0 0,0 0 0,0-1 0,0 1 0,0 0 0,0 0 0,0-1 0,0 1 0,0 0 0,0 0 0,0-1 0,0 1 0,0 0 0,0 0 0,0 0 0,0-1 0,0 1 0,0 0 0,1-1 0,11-8 0,20-3 0,8 4 0,1 1 0,1 2 0,-1 1 0,1 3 0,60 5 0,-9-2 0,1570 0 0,-910-3 0,-721-1 0,0-1 0,52-12 0,-48 7 0,-22 5 0,-1-1 0,0-1 0,0 0 0,14-8 0,-17 7 0,1 1 0,0 1 0,0-1 0,1 2 0,-1-1 0,21-2 0,12 3 0,91-12 0,-91 8 0,0 3 0,1 1 0,0 2 0,46 5 0,58 26 0,-87-17 0,-37-8 0,0 0 0,42 2 0,-47-6 0,-3-2 0,0 2 0,-1 0 0,1 1 0,30 7 0,-43-8 0,0 1 0,1 0 0,-1-1 0,0 2 0,0-1 0,0 0 0,-1 1 0,1 0 0,-1 0 0,1 0 0,-1 0 0,0 0 0,0 1 0,0-1 0,0 1 0,-1 0 0,0 0 0,0 0 0,0 0 0,0 0 0,0 0 0,1 9 0,2 18 0,-2-1 0,-1 1 0,-1-1 0,-6 54 0,1 8 0,3-53 0,2-1 0,1 1 0,14 66 0,-15-101 0,0 0 0,0 0 0,-1 0 0,0 0 0,1 0 0,-1 0 0,-1 0 0,1 0 0,-1 0 0,1 0 0,-1 0 0,0 0 0,0 0 0,-1 0 0,1 0 0,-1-1 0,0 1 0,0-1 0,0 1 0,-1-1 0,1 0 0,-1 0 0,1 0 0,-1 0 0,0 0 0,0 0 0,-1-1 0,-5 4 0,-1-1 0,1 0 0,-1-1 0,1 0 0,-1 0 0,-1-2 0,1 1 0,0-1 0,0 0 0,-1-1 0,-11 0 0,-9-1 0,0-1 0,0-2 0,0-1 0,-40-10 0,49 9 0,-1 2 0,0 0 0,-30 2 0,30 1 0,1-1 0,-1-1 0,-33-8 0,-116-26 0,127 29 0,0 1 0,0 3 0,-1 2 0,-46 5 0,-6-2 0,-1558-2 0,1621 2 0,0 2 0,1 1 0,-52 15 0,52-11 0,0-2 0,-1-1 0,-55 2 0,3-10 0,46 0 0,1 1 0,-1 3 0,-79 12 0,77-7 0,-2-1 0,1-3 0,-57-2 0,52-1 0,0 1 0,-62 11 0,-64 10 0,39-7 0,77-9 0,-111-4 0,-12 2 0,101 10 0,59-9 0,0-1 0,-33 2 0,35-6 0,-1 1 0,1 0 0,-1 2 0,1 0 0,0 1 0,-37 13 0,35-9 0,0-1 0,0-2 0,-1 0 0,0-1 0,-32 1 0,-120-6 0,68-2 0,104 3 0,-61-6 0,64 6 0,-1 0 0,0 0 0,0 0 0,1 0 0,-1 0 0,0-1 0,1 1 0,-1 0 0,0-1 0,1 1 0,-1 0 0,0-1 0,1 1 0,-1-1 0,1 1 0,-1-1 0,1 1 0,-1-1 0,1 1 0,-1-1 0,1 0 0,0 1 0,-1-1 0,1 0 0,0 1 0,-1-2 0,2 0 0,-1 1 0,1-1 0,-1 1 0,1-1 0,0 1 0,0 0 0,0-1 0,0 1 0,0 0 0,0-1 0,0 1 0,0 0 0,1 0 0,-1 0 0,0 0 0,1 0 0,2-1 0,24-16 0,0 2 0,2 1 0,0 1 0,0 2 0,65-17 0,167-22 0,-246 49 0,156-13 0,-1 1 0,-118 9 0,91 1 0,-1 1 0,-42-11 0,-64 8 0,62-4 0,5 8 0,181 6 0,-205 11 0,-58-10 0,0-1 0,32 2 0,658-4 0,-345-5 0,-276 3 0,135-18 0,-78 9 0,-47 5 0,-19-10 0,-60 9 0,0 1 0,30-2 0,-38 6 0,-1 0 0,0 0 0,0-1 0,0 0 0,0-1 0,0 0 0,0-1 0,0-1 0,-1 0 0,20-9 0,9-6 0,51-16 0,19-7 0,-84 30 0,2 2 0,-1 0 0,1 3 0,49-8 0,62-16 0,-11 2 0,-65 16 0,-39 8 0,1 0 0,39-2 0,-21 8 0,-29 0 0,-1 0 0,0-2 0,0 1 0,0-2 0,14-3 0,-28 5 0,1 0 0,-1 1 0,1-1 0,-1-1 0,1 1 0,0 0 0,-1 0 0,1 0 0,-1 0 0,1 0 0,-1 0 0,1-1 0,-1 1 0,1 0 0,-1 0 0,0-1 0,1 1 0,-1 0 0,1-1 0,-1 1 0,0 0 0,1-1 0,-1 1 0,0-1 0,1 1 0,-1-1 0,0 1 0,1 0 0,-1-1 0,0 1 0,0-2 0,-15-5 0,-28 0 0,-417 4 29,233 6-633,-151 26-75,78-1 4,-325 43 215,613-70 407,-91 10-35,-161-5 0,28-2 951,107 10 712,73-6-1485,-65 0 0,57-9-90,58 1 0,41 0 0,36 0 24,772 18-762,-45-5-408,-537-15 997,6-18 328,-175 9 1116,-89 11-1248,1 0-1,-1-1 1,0 1-1,1-1 0,-1 0 1,0 0-1,0 0 1,0-1-1,0 1 1,3-3-1,-5 4-45,-1 0 0,0 0-1,0 0 1,0 0 0,0-1 0,0 1 0,1 0-1,-1 0 1,0 0 0,0 0 0,0 0 0,0-1 0,0 1-1,0 0 1,0 0 0,0 0 0,0-1 0,0 1-1,0 0 1,0 0 0,0 0 0,0 0 0,0-1-1,0 1 1,0 0 0,0 0 0,0 0 0,0-1-1,0 1 1,0 0 0,0 0 0,0 0 0,0-1-1,0 1 1,0 0 0,0 0 0,-1 0 0,1 0-1,0 0 1,0-1 0,0 1 0,0 0 0,0 0 0,-1 0-1,1 0 1,0 0 0,0 0 0,0-1 0,-24-4-17,-73-2 16,-121 8 0,75 2 0,-1214-3-2169,678 0 4110,830 0-1793,344 4-840,-1 31 528,-324-21 124,190-7-1,-289-2-1155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0T18:33:11.267"/>
    </inkml:context>
    <inkml:brush xml:id="br0">
      <inkml:brushProperty name="width" value="0.35" units="cm"/>
      <inkml:brushProperty name="height" value="0.35" units="cm"/>
      <inkml:brushProperty name="color" value="#1F1F1F"/>
    </inkml:brush>
  </inkml:definitions>
  <inkml:trace contextRef="#ctx0" brushRef="#br0">7595 53 24575,'-179'-15'0,"13"0"0,-958 13-869,545 5-838,452-3 1571,-1517 18-4854,-365-4 3620,1238-17 1051,710 4 721,-381-19 3059,228 9 1419,53 5-4232,44-18-2013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0T18:33:12.170"/>
    </inkml:context>
    <inkml:brush xml:id="br0">
      <inkml:brushProperty name="width" value="0.35" units="cm"/>
      <inkml:brushProperty name="height" value="0.35" units="cm"/>
      <inkml:brushProperty name="color" value="#1F1F1F"/>
    </inkml:brush>
  </inkml:definitions>
  <inkml:trace contextRef="#ctx0" brushRef="#br0">3905 480 24575,'7'-1'0,"0"0"0,0 0 0,-1-1 0,1 0 0,-1 0 0,1-1 0,-1 1 0,0-1 0,0-1 0,0 1 0,0-1 0,8-8 0,-14 11 0,1 1 0,-1-1 0,0 0 0,0 0 0,0 0 0,0 0 0,1 0 0,-1 0 0,0 0 0,-1 0 0,1 0 0,0 0 0,0 0 0,0 0 0,0 0 0,-1 0 0,1 0 0,-1 0 0,1 0 0,0 0 0,-1 0 0,0 1 0,1-1 0,-1 0 0,1 0 0,-1 1 0,0-1 0,0 0 0,1 1 0,-1-1 0,0 0 0,0 1 0,0-1 0,0 1 0,0 0 0,1-1 0,-1 1 0,-2-1 0,-39-13 0,41 14 0,-80-20-283,-1 3 0,-119-9-1,-356 11-2796,-276 1 352,368 10 2289,-60-15 159,315 10-553,-171-21 697,20 0 1242,122 29 4325,410-3-3413,68-3-3053,826-14-3678,-726 24 2787,1437-3-1833,-1018 0 11307,-960-15-3799,24 1-3822,-438-27-704,250 13 777,179 17 0,-385-19-2077,451 20 3086,-157 8 1,304-1-677,284-23 169,474 25-1827,-403 3 2387,-839 16-799,10-6-1268,426-12 645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0T18:36:25.291"/>
    </inkml:context>
    <inkml:brush xml:id="br0">
      <inkml:brushProperty name="width" value="0.35" units="cm"/>
      <inkml:brushProperty name="height" value="0.35" units="cm"/>
      <inkml:brushProperty name="color" value="#1F1F1F"/>
    </inkml:brush>
  </inkml:definitions>
  <inkml:trace contextRef="#ctx0" brushRef="#br0">1225 495 24575,'48'-1'0,"-1"-2"0,66-14 0,160-29 0,-419 43 0,15 20 0,-38 2 0,-62 2 0,105-7 0,77-10 0,0 3 0,0 2 0,1 2 0,-75 28 0,95-29 0,-1-2 0,1-1 0,-1-2 0,-1 0 0,-36 0 0,64-5 0,-11 1 0,-1 1 0,1 0 0,0 1 0,-23 8 0,36-11 0,0 0 0,0 0 0,0-1 0,0 1 0,0 0 0,-1 0 0,1 0 0,0 0 0,0 0 0,0 0 0,0 0 0,0 0 0,0 0 0,-1 1 0,1-1 0,0 0 0,0 0 0,0 0 0,0 0 0,0 0 0,0 0 0,-1 0 0,1 0 0,0 0 0,0 0 0,0 0 0,0 0 0,0 0 0,0 1 0,0-1 0,0 0 0,0 0 0,0 0 0,-1 0 0,1 0 0,0 0 0,0 0 0,0 1 0,0-1 0,0 0 0,0 0 0,0 0 0,0 0 0,0 0 0,0 0 0,0 1 0,0-1 0,0 0 0,0 0 0,0 0 0,0 0 0,0 0 0,0 1 0,0-1 0,1 0 0,-1 0 0,0 0 0,0 0 0,0 0 0,0 0 0,0 0 0,0 0 0,0 1 0,0-1 0,0 0 0,0 0 0,1 0 0,-1 0 0,15 4 0,20 0 0,-2-4 0,0-1 0,-1-2 0,1-1 0,37-10 0,-58 11 0,20-5 0,-32 8 0,0 0 0,0 0 0,0 0 0,0 0 0,0 0 0,0 0 0,0 0 0,0 0 0,0 0 0,0 0 0,0 0 0,0-1 0,0 1 0,-1 0 0,1 0 0,0 0 0,0 0 0,0 0 0,0 0 0,0 0 0,0 0 0,0 0 0,0 0 0,0 0 0,0 0 0,0 0 0,0-1 0,0 1 0,0 0 0,0 0 0,0 0 0,0 0 0,0 0 0,0 0 0,0 0 0,0 0 0,0 0 0,0 0 0,0 0 0,0 0 0,0 0 0,1-1 0,-1 1 0,0 0 0,0 0 0,0 0 0,0 0 0,0 0 0,0 0 0,0 0 0,0 0 0,0 0 0,0 0 0,0 0 0,0 0 0,-21-2 0,-333 4 0,352-2 0,1 1 0,-1-1 0,0 0 0,1 0 0,-1 0 0,1 0 0,-1-1 0,0 1 0,1 0 0,-1 0 0,1-1 0,-1 1 0,1-1 0,-1 0 0,1 1 0,-1-1 0,-1-2 0,3 3 0,0-1 0,0 0 0,0 0 0,0 1 0,0-1 0,0 0 0,1 1 0,-1-1 0,0 0 0,1 1 0,-1-1 0,0 0 0,1 1 0,-1-1 0,1 1 0,-1-1 0,1 1 0,-1-1 0,1 1 0,-1-1 0,1 1 0,0-1 0,-1 1 0,1 0 0,1-1 0,54-27 0,3 6 0,0 3 0,1 2 0,1 3 0,97-9 0,33-10 0,-138 21 0,1 2 0,84-4 0,-118 13 0,-14 0 0,0 0 0,0 0 0,0 1 0,0 0 0,0 0 0,0 1 0,0-1 0,0 1 0,0 0 0,0 1 0,10 4 0,-15-5 0,-1-1 0,0 1 0,0 0 0,0 0 0,0 0 0,0 0 0,0 0 0,0 0 0,0-1 0,0 1 0,-1 0 0,1 0 0,0 0 0,0 0 0,-1-1 0,1 1 0,-1 0 0,1 0 0,-1-1 0,1 1 0,-1 0 0,1-1 0,-1 1 0,1 0 0,-1-1 0,-1 2 0,-18 18 0,19-20 0,-11 10 0,-1-2 0,-1 1 0,1-2 0,-1 1 0,-18 5 0,18-7 0,-1 0 0,1 1 0,1 1 0,-20 13 0,32-20 0,1-1 0,-1 1 0,1-1 0,-1 0 0,0 1 0,1-1 0,-1 1 0,1-1 0,0 1 0,-1 0 0,1-1 0,-1 1 0,1-1 0,0 1 0,-1 0 0,1-1 0,0 1 0,0 0 0,-1-1 0,1 1 0,0 0 0,0-1 0,0 1 0,0 0 0,0 0 0,0-1 0,0 1 0,0 0 0,0-1 0,1 1 0,-1 0 0,0-1 0,0 1 0,1 1 0,1 0 0,-1-1 0,1 1 0,0 0 0,0-1 0,-1 1 0,1-1 0,0 0 0,1 1 0,-1-1 0,4 1 0,54 15 0,17-9 0,0-4 0,102-7 0,-41-1 0,10 2 0,195 5 0,-335-2 0,0 0 0,-1 0 0,1 0 0,-1 1 0,11 4 0,-18-5 0,1-1 0,-1 0 0,1 0 0,0 0 0,-1 1 0,1-1 0,-1 0 0,1 1 0,-1-1 0,0 0 0,1 1 0,-1-1 0,1 1 0,-1-1 0,1 1 0,-1-1 0,0 0 0,0 1 0,1 0 0,-1-1 0,0 1 0,0-1 0,1 1 0,-1-1 0,0 1 0,0-1 0,0 1 0,0 1 0,-1-1 0,0 1 0,0-1 0,0 0 0,0 1 0,0-1 0,0 0 0,0 0 0,-1 0 0,1 0 0,0 0 0,-1 0 0,1 0 0,-1 0 0,1-1 0,-1 1 0,-2 0 0,-16 7 0,-1-2 0,0 0 0,-38 5 0,3-1 0,-303 75 0,319-71 0,21-4 0,19-10 0,0 1 0,0-1 0,0 0 0,-1 0 0,1 0 0,0 0 0,0 1 0,0-1 0,0 0 0,0 0 0,-1 1 0,1-1 0,0 0 0,0 0 0,0 0 0,0 1 0,0-1 0,0 0 0,0 1 0,0-1 0,0 0 0,0 0 0,0 1 0,0-1 0,0 0 0,0 0 0,0 1 0,0-1 0,0 0 0,0 0 0,0 1 0,0-1 0,1 0 0,-1 0 0,0 1 0,0-1 0,0 0 0,0 0 0,0 0 0,1 1 0,-1-1 0,0 0 0,0 0 0,0 0 0,1 0 0,-1 0 0,0 1 0,1-1 0,-1 0 0,0 0 0,0 1 0,1-1 0,-1 0 0,0 0 0,0 0 0,0 1 0,1-1 0,-1 0 0,0 0 0,1 0 0,-1 1 0,0-1 0,0 0 0,1 0 0,-1 0 0,0 0 0,1 0 0,-1 0 0,0 0 0,1 0 0,-1 0 0,0 0 0,1 0 0,-1 0 0,0 0 0,1 0 0,-1 0 0,0 0 0,1 0 0,-1 0 0,0-1 0,0 1 0,1 0 0,-1 0 0,0 0 0,1 0 0,-1-1 0,0 1 0,0 0 0,1 0 0,-1-1 0,0 1 0,0-1 0,0 1 0,0-1 0,0 1 0,0-1 0,0 0 0,0 1 0,0-1 0,-1 1 0,1-1 0,0 0 0,-1 1 0,1-1 0,0 1 0,-1-1 0,1 1 0,0-1 0,-1 1 0,1 0 0,-1-1 0,1 1 0,-1-1 0,1 1 0,-1 0 0,1-1 0,-1 1 0,0 0 0,0-1 0,-12-3 0,0 0 0,1 1 0,-1 0 0,0 1 0,-1 0 0,-18 0 0,-81 6 0,72 2 0,0 1 0,-43 15 0,43-11 0,-76 12 0,104-22 0,8-2 0,1 1 0,0 1 0,0-1 0,0 1 0,-1-1 0,1 1 0,0 0 0,0 1 0,0-1 0,0 1 0,1-1 0,-1 1 0,-4 3 0,8-4 0,-1 0 0,1-1 0,0 1 0,0-1 0,0 1 0,0-1 0,0 1 0,0 0 0,0-1 0,0 1 0,1-1 0,-1 1 0,0-1 0,0 1 0,0-1 0,1 1 0,-1 0 0,0-1 0,0 1 0,1-1 0,-1 0 0,1 1 0,-1-1 0,0 1 0,1-1 0,-1 0 0,1 1 0,-1-1 0,1 0 0,-1 1 0,1-1 0,-1 0 0,1 0 0,-1 1 0,2-1 0,23 14 0,-23-13 0,188 81 0,39 21 0,140 85 0,-288-139 0,-74-44 0,0 0 0,0 0 0,-1 1 0,0-1 0,0 1 0,0 1 0,-1-1 0,8 12 0,-13-18 0,0 1 0,0-1 0,0 0 0,0 0 0,0 0 0,0 0 0,0 0 0,0 1 0,0-1 0,0 0 0,0 0 0,0 0 0,0 0 0,0 0 0,0 1 0,0-1 0,0 0 0,0 0 0,-1 0 0,1 0 0,0 0 0,0 0 0,0 1 0,0-1 0,0 0 0,0 0 0,0 0 0,0 0 0,-1 0 0,1 0 0,0 0 0,0 0 0,0 0 0,0 0 0,0 1 0,0-1 0,-1 0 0,1 0 0,0 0 0,0 0 0,0 0 0,0 0 0,0 0 0,-1 0 0,1 0 0,0 0 0,0 0 0,0 0 0,0 0 0,0 0 0,-1-1 0,1 1 0,0 0 0,0 0 0,0 0 0,0 0 0,0 0 0,0 0 0,-1 0 0,1 0 0,0 0 0,0 0 0,0-1 0,0 1 0,0 0 0,0 0 0,0 0 0,-21-9 0,-22-14 0,-11-11 0,30 21 0,1-2 0,1 0 0,1-1 0,-29-28 0,39 35 0,0 0 0,-1 1 0,1 0 0,-2 0 0,1 2 0,-1-1 0,-26-7 0,19 6 0,1-1 0,-31-17 0,17 8 0,-1 2 0,0 1 0,-1 1 0,0 2 0,-1 2 0,-47-8 0,-14-5 0,57 14 0,0 1 0,0 3 0,-44-1 0,-125 8 0,81 1 0,128-3 0,0-1 0,0 1 0,0 0 0,0 0 0,0 0 0,0 0 0,0 0 0,0 0 0,0 0 0,0 0 0,0-1 0,0 1 0,0 0 0,0 0 0,0 0 0,0 0 0,0 0 0,0 0 0,0 0 0,0 0 0,0 0 0,-1-1 0,1 1 0,0 0 0,0 0 0,0 0 0,0 0 0,0 0 0,0 0 0,0 0 0,0 0 0,0 0 0,0 0 0,0 0 0,-1 0 0,1 0 0,0 0 0,0 0 0,0 0 0,0 0 0,0 0 0,0-1 0,0 1 0,0 0 0,-1 0 0,1 1 0,0-1 0,0 0 0,0 0 0,0 0 0,0 0 0,0 0 0,0 0 0,14-7 0,24-5 0,55 2 0,0 3 0,146 8 0,-93 1 0,6-4 0,156 6 0,-288-2 0,0 1 0,-1 1 0,1 1 0,32 12 0,-52-17 0,1 0 0,-1 0 0,1 0 0,-1 0 0,1 1 0,-1-1 0,0 0 0,1 0 0,-1 0 0,1 1 0,-1-1 0,1 0 0,-1 0 0,0 1 0,1-1 0,-1 0 0,0 1 0,1-1 0,-1 0 0,0 1 0,0-1 0,1 0 0,-1 1 0,0-1 0,0 1 0,0-1 0,1 1 0,-1-1 0,0 1 0,0-1 0,0 0 0,0 1 0,0-1 0,0 1 0,0-1 0,0 1 0,0-1 0,0 1 0,0-1 0,0 1 0,0-1 0,-1 1 0,1-1 0,0 0 0,0 1 0,0-1 0,-1 1 0,1-1 0,0 0 0,0 1 0,-1-1 0,1 0 0,0 1 0,-1-1 0,1 0 0,-1 1 0,1-1 0,0 0 0,-2 1 0,-29 15 0,25-13 0,-61 22 0,0-2 0,-2-4 0,-101 16 0,92-20 0,6-4 0,0-4 0,-93-2 0,-86 9 0,-35 30 0,254-41 0,26-3 0,0 0 0,-1 1 0,1 0 0,-1 0 0,1 0 0,0 1 0,0-1 0,-1 1 0,1 1 0,1-1 0,-1 1 0,-7 5 0,12-7 0,1 0 0,0 0 0,0 0 0,0-1 0,0 1 0,0 0 0,0 0 0,0 0 0,0 0 0,0 0 0,0 0 0,0-1 0,1 1 0,-1 0 0,0 0 0,1 0 0,-1 0 0,1-1 0,-1 1 0,1 0 0,-1-1 0,1 1 0,-1 0 0,1-1 0,0 1 0,-1 0 0,1-1 0,0 1 0,-1-1 0,1 1 0,0-1 0,0 0 0,0 1 0,-1-1 0,1 0 0,1 1 0,32 14 0,-31-14 0,31 11 0,0-2 0,0-1 0,1-2 0,0-2 0,36 2 0,26-10 0,-57 1 0,0 1 0,52 6 0,-78 1 0,-19 2 0,-25 4 0,-74-4 0,62-7 0,35-1 0,13 0 0,600-1 0,-610 1 0,-16 1 0,-1-2 0,1 0 0,0-1 0,0-1 0,-22-6 0,36 8 0,0-2 0,0 1 0,1-1 0,0 0 0,-1 0 0,1 0 0,0 0 0,1-1 0,-1 0 0,1 0 0,-1-1 0,1 1 0,0-1 0,1 0 0,-1 0 0,1 0 0,0 0 0,0-1 0,1 1 0,0-1 0,-3-11 0,0-4 0,1 0 0,1-1 0,1 1 0,1-1 0,0 0 0,2 1 0,1-1 0,8-37 0,-8 50 0,2 0 0,-1 0 0,1 1 0,1-1 0,-1 1 0,2 0 0,-1 0 0,1 1 0,0-1 0,12-10 0,8-5 0,49-32 0,-47 36 0,32-28 0,-2 5 0,-49 37 0,0-1 0,-1 1 0,1-1 0,-1-1 0,-1 1 0,1-1 0,-1-1 0,0 1 0,-1-1 0,9-13 0,-14 19 0,0 0 0,0 0 0,0 0 0,-1 0 0,1 0 0,0 0 0,-1-1 0,1 1 0,-1 0 0,0 0 0,0-1 0,0 1 0,0 0 0,0 0 0,0-1 0,-1 1 0,1 0 0,-1 0 0,1 0 0,-1-1 0,0 1 0,0 0 0,0 0 0,0 0 0,0 0 0,0 0 0,-1 1 0,1-1 0,-1 0 0,1 1 0,-1-1 0,0 1 0,0-1 0,1 1 0,-1 0 0,0 0 0,0-1 0,0 2 0,0-1 0,-1 0 0,-2-1 0,-10-2 0,-1 0 0,1 0 0,-1 2 0,-27-2 0,25 3 0,-166-29 0,182 30 0,0-1 0,-1 1 0,1 0 0,0-1 0,-1 1 0,1-1 0,0 0 0,0 0 0,0 0 0,-1 0 0,1 0 0,0 0 0,0-1 0,-2-1 0,3 2 0,1 0 0,0 1 0,0-1 0,0 1 0,-1-1 0,1 0 0,0 1 0,0-1 0,0 0 0,0 1 0,0-1 0,0 0 0,0 1 0,1-1 0,-1 1 0,0-1 0,0 0 0,0 1 0,1-1 0,-1 1 0,0-1 0,0 0 0,1 1 0,-1-1 0,1 1 0,-1-1 0,0 1 0,1 0 0,-1-1 0,1 1 0,-1-1 0,1 1 0,5-4 0,-1 0 0,1 0 0,-1 1 0,1 0 0,0 0 0,0 1 0,0 0 0,13-3 0,22-1 0,75 0 0,-70 5 0,50-8 0,-26-1 0,117-1 0,-285 12 0,-140 20 0,183-14 0,-85-2 0,9-1 0,115-3 0,1 1 0,-1 0 0,0 1 0,1 1 0,-1 1 0,-22 10 0,37-15 0,0 0 0,0 0 0,0 1 0,0-1 0,1 1 0,-1-1 0,0 0 0,0 1 0,1 0 0,-1-1 0,0 1 0,0-1 0,1 1 0,-1 0 0,1-1 0,-1 1 0,1 0 0,-1 0 0,1 0 0,-1-1 0,1 1 0,-1 0 0,1 0 0,0 0 0,-1 1 0,2-1 0,-1 0 0,1 0 0,0 0 0,-1-1 0,1 1 0,0 0 0,0-1 0,-1 1 0,1 0 0,0-1 0,0 1 0,0-1 0,0 1 0,0-1 0,0 0 0,-1 1 0,1-1 0,2 1 0,50 7 0,389-6 0,-214-5 0,210 3 0,-429 0 0,-4 1 0,-1-1 0,0 1 0,1-1 0,-1-1 0,0 1 0,1-1 0,-1 1 0,0-1 0,0 0 0,1-1 0,-1 1 0,0-1 0,0 0 0,5-3 0,-9 5 0,0-1 0,0 1 0,0-1 0,0 1 0,0-1 0,0 1 0,-1-1 0,1 1 0,0-1 0,0 1 0,0-1 0,-1 1 0,1-1 0,0 1 0,0-1 0,-1 1 0,1-1 0,0 1 0,-1-1 0,1 1 0,-1 0 0,1-1 0,0 1 0,-1 0 0,1-1 0,-1 1 0,1 0 0,-1 0 0,1 0 0,-1-1 0,1 1 0,-1 0 0,1 0 0,-1 0 0,-1 0 0,-23-10 0,23 9 0,-34-8 0,0 1 0,0 2 0,-50-3 0,-42-7 0,67 8 0,-1 2 0,-80 3 0,-18 0 0,23-18 0,60 8 0,-9-1 0,-130-37 0,216 51 0,0 0 0,0 0 0,1 0 0,-1 0 0,0 0 0,1-1 0,-1 1 0,0 0 0,0 0 0,1 0 0,-1 0 0,0 0 0,0 0 0,0-1 0,1 1 0,-1 0 0,0 0 0,0 0 0,0-1 0,1 1 0,-1 0 0,0 0 0,0 0 0,0-1 0,0 1 0,0 0 0,1 0 0,-1-1 0,0 1 0,0 0 0,0-1 0,0 1 0,0 0 0,0 0 0,0-1 0,0 1 0,0 0 0,0 0 0,0-1 0,0 1 0,0 0 0,0-1 0,0 1 0,-1 0 0,1 0 0,0-1 0,0 1 0,0 0 0,0 0 0,0-1 0,-1 1 0,1 0 0,0 0 0,0 0 0,0-1 0,-1 1 0,1 0 0,0 0 0,0 0 0,-1 0 0,1 0 0,0-1 0,0 1 0,-1 0 0,25-9 0,17 1 0,1 1 0,70-1 0,24-4 0,27-4 0,295 10 0,-245 9 0,-151-8 0,-59 4 0,0 1 0,0-1 0,0 1 0,-1-1 0,1 0 0,0 0 0,-1-1 0,1 1 0,-1 0 0,1-1 0,-1 0 0,0 1 0,1-1 0,-1 0 0,0 0 0,0 0 0,0-1 0,2-2 0,-4 3 0,0 1 0,0 0 0,0 0 0,0 0 0,0-1 0,0 1 0,0 0 0,0 0 0,-1 0 0,1 0 0,0 0 0,-1-1 0,1 1 0,-1 0 0,1 0 0,-1 0 0,0 0 0,1 0 0,-1 0 0,0 1 0,0-1 0,0 0 0,0 0 0,0 0 0,1 1 0,-1-1 0,0 0 0,-1 1 0,-1-1 0,-35-19 0,18 13 0,0 2 0,-1 0 0,1 1 0,-1 1 0,-28-1 0,-114 6 0,69 1 0,17-1 0,22 0 0,-1-2 0,1-2 0,-70-13 0,93 8 0,-42-9 0,-1 2 0,-1 4 0,-81-1 0,31 13 0,313-19 0,54-3 0,117 22 0,-429 0 0,0 4 0,0 2 0,0 4 0,-72 22 0,-126 14-535,60-14 294,59 0 269,42-7 346,-151 16 0,609-47-374,-178 7 0,-20-5 0,167 5 0,-172 13 0,-84-7 0,67 1 0,-120-10 0,76 4 0,-78-3 0,-1 1 0,1-1 0,-1 1 0,0 0 0,0 1 0,0 0 0,0 0 0,-1 0 0,8 5 0,-13-7 0,0-1 0,-1 1 0,1-1 0,-1 1 0,1-1 0,-1 1 0,1-1 0,-1 1 0,1-1 0,-1 1 0,1-1 0,-1 1 0,0 0 0,1-1 0,-1 1 0,0 0 0,0-1 0,1 1 0,-1 0 0,0 0 0,0-1 0,0 1 0,0 0 0,0 0 0,0-1 0,0 1 0,0 0 0,0-1 0,0 1 0,-1 1 0,-18 20 0,-32 9 0,50-31 0,-21 8 0,0 0 0,0-1 0,-1-2 0,0 0 0,-39 2 0,-18 5 0,-169 34 0,249-46 0,0 0 0,0 0 0,0 0 0,0 0 0,0 0 0,0 1 0,1-1 0,-1 0 0,0 0 0,0 0 0,0 0 0,0 0 0,0 0 0,0 1 0,0-1 0,0 0 0,0 0 0,0 0 0,0 0 0,0 0 0,0 0 0,0 1 0,0-1 0,0 0 0,-1 0 0,1 0 0,0 0 0,0 0 0,32 3 0,44-2 0,970-2 0,-1016 1 0,1 1 0,0 1 0,-1 2 0,0 1 0,0 2 0,38 12 0,-67-18 0,0-1 0,0 0 0,0 1 0,0-1 0,0 1 0,0-1 0,0 1 0,0-1 0,0 1 0,-1 0 0,1-1 0,0 1 0,0 0 0,-1 0 0,1-1 0,-1 1 0,1 0 0,0 0 0,-1 1 0,0-2 0,0 1 0,0 0 0,0-1 0,0 1 0,0 0 0,0-1 0,0 1 0,-1-1 0,1 1 0,0-1 0,0 1 0,-1 0 0,1-1 0,0 1 0,-1-1 0,1 1 0,-1-1 0,1 1 0,0-1 0,-1 0 0,1 1 0,-2 0 0,-43 20 0,30-14 0,-17 5 0,-1 0 0,0-2 0,-58 10 0,-43 13 0,61-12 0,0-3 0,-82 10 0,148-28 0,0 1 0,0 1 0,0-1 0,0 1 0,0 1 0,-10 4 0,17-7 0,0 0 0,0 0 0,-1 0 0,1 1 0,0-1 0,0 0 0,-1 0 0,1 0 0,0 1 0,0-1 0,-1 0 0,1 0 0,0 0 0,0 1 0,0-1 0,0 0 0,-1 0 0,1 1 0,0-1 0,0 0 0,0 1 0,0-1 0,0 0 0,0 0 0,0 1 0,0-1 0,0 0 0,0 1 0,0-1 0,0 0 0,0 1 0,0-1 0,0 0 0,0 0 0,0 1 0,0-1 0,0 0 0,0 1 0,1-1 0,-1 0 0,0 0 0,0 1 0,0-1 0,0 0 0,1 0 0,-1 0 0,0 1 0,0-1 0,0 0 0,1 0 0,-1 0 0,0 1 0,0-1 0,1 0 0,-1 0 0,0 0 0,1 0 0,-1 0 0,0 0 0,0 0 0,1 0 0,-1 0 0,0 0 0,1 0 0,-1 0 0,0 0 0,1 0 0,-1 0 0,24 5 0,103 0 0,-126-5 0,-1 0 0,1 0 0,-1 0 0,1 0 0,-1 0 0,1 0 0,-1 0 0,1 0 0,-1 1 0,1-1 0,0 0 0,-1 0 0,1 0 0,-1 1 0,0-1 0,1 0 0,-1 0 0,1 1 0,-1-1 0,1 0 0,-1 1 0,0-1 0,1 1 0,-1-1 0,0 1 0,1-1 0,-1 1 0,0-1 0,0 0 0,1 1 0,-1-1 0,0 1 0,0 0 0,0-1 0,0 1 0,0-1 0,0 1 0,0-1 0,0 1 0,0-1 0,0 1 0,0-1 0,0 1 0,0-1 0,0 1 0,0 0 0,0-1 0,-1 1 0,1-1 0,0 1 0,0-1 0,-1 0 0,1 1 0,0-1 0,-1 1 0,1-1 0,0 1 0,-1-1 0,0 1 0,-26 22 0,1-12 0,0 0 0,-1-2 0,-1-2 0,1 0 0,-1-2 0,-38 3 0,99-14 0,-1-1 0,34-13 0,72-17 0,124-1 0,-71 3 124,-7 2-1613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0T18:36:25.855"/>
    </inkml:context>
    <inkml:brush xml:id="br0">
      <inkml:brushProperty name="width" value="0.35" units="cm"/>
      <inkml:brushProperty name="height" value="0.35" units="cm"/>
      <inkml:brushProperty name="color" value="#1F1F1F"/>
    </inkml:brush>
  </inkml:definitions>
  <inkml:trace contextRef="#ctx0" brushRef="#br0">1 143 24575,'57'0'0,"100"-14"0,6-12-60,650-74-671,-705 97 728,0 5 1,111 18-1,-131-12-44,-13-1 29,-53 0 716,-22-7-688,0 0 1,0 0 0,0 0 0,0 0-1,0 0 1,0 0 0,1 0-1,-1 0 1,0 0 0,0 0 0,0 0-1,-54 17-3,-1-3-1,-1-2 0,0-2 1,0-3-1,-104 0 0,-47 9-6,37 0 0,-13 2 0,-35 1 0,208-19 0,5-1 0,1 1 0,-1-1 0,1 1 0,0 1 0,-1-1 0,1 1 0,0-1 0,-1 1 0,1 0 0,0 1 0,0-1 0,0 1 0,0 0 0,-4 2 0,8-4 0,0 0 0,0 0 0,0 0 0,0 0 0,-1 1 0,1-1 0,0 0 0,0 0 0,0 0 0,0 0 0,0 0 0,0 1 0,0-1 0,0 0 0,0 0 0,0 0 0,0 0 0,0 1 0,-1-1 0,1 0 0,0 0 0,0 0 0,0 0 0,0 1 0,0-1 0,1 0 0,-1 0 0,0 0 0,0 0 0,0 0 0,0 1 0,0-1 0,0 0 0,0 0 0,0 0 0,0 0 0,0 0 0,0 1 0,1-1 0,-1 0 0,0 0 0,0 0 0,0 0 0,0 0 0,0 0 0,0 0 0,1 1 0,-1-1 0,0 0 0,0 0 0,0 0 0,15 3 0,14-2 0,579-73-628,-311 43 628,-87 10 0,142 5-1260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0T18:25:09.406"/>
    </inkml:context>
    <inkml:brush xml:id="br0">
      <inkml:brushProperty name="width" value="0.35" units="cm"/>
      <inkml:brushProperty name="height" value="0.35" units="cm"/>
      <inkml:brushProperty name="color" value="#1C1C1C"/>
    </inkml:brush>
  </inkml:definitions>
  <inkml:trace contextRef="#ctx0" brushRef="#br0">142 328 24575,'18'0'0,"6"-1"0,0 1 0,0 1 0,1 2 0,-1 0 0,44 12 0,-30-3 0,0-2 0,1-1 0,0-3 0,1-1 0,0-1 0,42-3 0,714-3 0,-518 2 0,-257 1 0,-1 1 0,1 1 0,22 7 0,-19-4 0,43 4 0,305-7 0,-191-6 0,-117 4 0,-21 1 0,0-3 0,0-1 0,57-10 0,-47 3 0,1 3 0,0 2 0,79 5 0,62-4 0,-33-25 0,-138 25 0,36-11 0,-37 7 0,36-4 0,28-5 0,-61 10 0,-1 1 0,30-2 0,94 7 0,27-1 0,-75-15 0,-66 10 0,57-4 0,-54 8 0,-18 0 0,0 1 0,0 1 0,0 1 0,0 1 0,30 6 0,-50-8 0,1 0 0,-1 0 0,1 0 0,-1 0 0,0 0 0,1 0 0,-1 0 0,1 0 0,-1 0 0,1 0 0,-1 0 0,0 1 0,1-1 0,-1 0 0,0 0 0,1 0 0,-1 1 0,1-1 0,-1 0 0,0 1 0,0-1 0,1 0 0,-1 1 0,0-1 0,1 0 0,-1 1 0,0-1 0,0 0 0,0 1 0,0-1 0,1 1 0,-1-1 0,0 0 0,0 1 0,0-1 0,0 1 0,0-1 0,0 1 0,0-1 0,0 0 0,0 1 0,0-1 0,0 1 0,-20 14 0,-33 5 0,25-15 0,0-1 0,0-1 0,0-2 0,-40-2 0,-44 2 0,91 2 0,-38 10 0,40-8 0,-1 0 0,-25 1 0,-189-6 0,-21 2 0,155 13 0,65-8 0,-57 3 0,-399-9 0,233-3 0,226 0 0,-1-1 0,-37-8 0,35 4 0,-55-3 0,-445 9 0,256 3 0,259-3 0,0-2 0,1 1 0,-28-9 0,25 5 0,-46-4 0,-239 7 0,158 5 0,125-4 0,0-1 0,1 0 0,-1-2 0,-41-14 0,37 10 0,0 1 0,-47-6 0,-61-7 0,75 9 0,-5-1 0,32 6 0,-61-6 0,83 12 0,0 1 0,0-2 0,1 1 0,-1-1 0,0-1 0,1 0 0,0-1 0,0 0 0,-15-8 0,25 11 0,1 1 0,-1 0 0,1 0 0,-1-1 0,1 1 0,-1 0 0,1-1 0,-1 1 0,1 0 0,-1-1 0,1 1 0,-1-1 0,1 1 0,0-1 0,-1 1 0,1-1 0,0 1 0,-1-1 0,1 1 0,0-1 0,0 0 0,0 1 0,-1-1 0,1 1 0,0-1 0,0 0 0,0 1 0,0-1 0,0 1 0,0-1 0,0 0 0,1 0 0,-1 0 0,1 0 0,0 0 0,0 0 0,0 0 0,0 0 0,1 1 0,-1-1 0,0 0 0,0 1 0,0-1 0,1 1 0,-1-1 0,3 0 0,45-6 0,-11 6 0,1 1 0,-1 3 0,1 1 0,45 11 0,144 41 0,-199-49 0,0-1 0,1-2 0,-1-1 0,0-1 0,37-3 0,47 3 0,-91 1 0,36 9 0,-37-6 0,-1-2 0,23 2 0,352-3 0,-200-6 0,-120 4 0,-30 1 0,1-2 0,0-2 0,63-11 0,87-28 0,-149 35 0,-39 6 0,0 0 0,1-1 0,-1 0 0,0-1 0,0 0 0,0 0 0,0-1 0,0 0 0,-1 0 0,10-6 0,-4 1 0,0 0 0,0 1 0,1 0 0,-1 2 0,26-8 0,-5 3 0,46-5 0,-12 9 0,0 3 0,70 5 0,-26 0 0,-69-1 0,1 2 0,64 13 0,-80-12 0,-1-1 0,1 0 0,0-3 0,0 0 0,-1-2 0,1 0 0,39-10 0,3 3 0,1 3 0,137 5 0,-115 3 0,-165-1 0,26 1 0,-1-2 0,1-3 0,-59-10 0,-103-27 0,163 33 0,0 2 0,0 1 0,-90 6 0,47 0 0,30-1 0,17 1 0,0-2 0,1-2 0,-62-11 0,38 3-25,0 2-1,-1 4 0,-97 5 0,64 0-1236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0T18:25:12.442"/>
    </inkml:context>
    <inkml:brush xml:id="br0">
      <inkml:brushProperty name="width" value="0.35" units="cm"/>
      <inkml:brushProperty name="height" value="0.35" units="cm"/>
      <inkml:brushProperty name="color" value="#1C1C1C"/>
    </inkml:brush>
  </inkml:definitions>
  <inkml:trace contextRef="#ctx0" brushRef="#br0">0 134 24575,'78'-4'0,"142"-25"0,-140 15 0,124-5 0,-151 15 0,82-15 0,-86 10 0,16-5 0,-45 9 0,1 0 0,34-2 0,39 2 0,105 10 0,-99 11 0,-65-10 0,58 5 0,-12-12 0,32 2 0,-104 1 0,0 0 0,0 0 0,0 1 0,-1 0 0,1 0 0,-1 1 0,9 5 0,-5-3 0,-1 0 0,23 7 0,-1-7 0,1-1 0,-1-2 0,1-1 0,66-5 0,-25 1 0,-48 2 0,0 2 0,-1 0 0,51 13 0,-30-8 0,-1-1 0,1-2 0,-1-3 0,50-4 0,-1 1 0,947 2 0,-1022-2 0,1 0 0,-1-1 0,24-6 0,-20 3 0,43-4 0,19 9 0,-61 2 0,-1-1 0,1-1 0,0-1 0,37-9 0,-33 5 0,0 1 0,0 0 0,45 1 0,-167 22 0,38-5 0,48-11 0,0 0 0,0 1 0,1 0 0,-1 0 0,1 1 0,0-1 0,-8 8 0,7-6 0,0-1 0,-1 1 0,1-1 0,-15 6 0,-12 1 0,0-2 0,0-1 0,0-2 0,-47 3 0,50-7 0,-49 12 0,50-8 0,-58 4 0,-475-9 0,269-3 0,249 4 0,-70 13 0,69-8 0,-65 3 0,66-9 0,15 0 0,0-1 0,0-1 0,0-1 0,-52-11 0,68 10 0,-1 1 0,1 1 0,-1 0 0,1 1 0,-1 1 0,0 0 0,-24 6 0,-26 1 0,-167-7 0,-26 1 0,157 14 0,66-10 0,-57 4 0,53-7 0,-51 11 0,51-8 0,-54 4 0,-79-12 0,-79 4 0,151 14 0,66-9 0,-60 4 0,-198-12-1365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0T18:33:19.113"/>
    </inkml:context>
    <inkml:brush xml:id="br0">
      <inkml:brushProperty name="width" value="0.35" units="cm"/>
      <inkml:brushProperty name="height" value="0.35" units="cm"/>
      <inkml:brushProperty name="color" value="#1F1F1F"/>
    </inkml:brush>
  </inkml:definitions>
  <inkml:trace contextRef="#ctx0" brushRef="#br0">68 508 24575,'1376'0'0,"-1162"15"0,-14 0 0,880-13 0,-521-4 0,-511-1 0,63-10 0,33-2 0,266 16 0,-535-2 0,-199-27 0,139 8-585,-345 6 0,25 5-14,-559-11 599,716 22 0,-59 18 0,269-10 0,-203 22 304,336-32-187,-1 1-1,1-1 1,0 1 0,0 0-1,0 1 1,-1-1 0,1 1 0,1 0-1,-1 0 1,-5 3 0,10-4-112,0-1 0,0 1 0,1-1 0,-1 0 0,0 1 0,0-1 0,0 1 0,0-1 0,1 0 0,-1 1 0,0-1 0,0 0 0,1 1 0,-1-1 0,0 0 0,1 0 0,-1 1 0,0-1 0,1 0 0,-1 0 0,1 1 0,-1-1 0,0 0 0,1 0 0,-1 0 0,1 0 0,-1 0 0,0 0 0,1 0 0,-1 0 1,1 0-1,-1 0 0,1 0 0,-1 0 0,0 0 0,1 0 0,-1 0 0,1 0 0,22 3-20,11-4 15,0 0 0,58-11 0,34-3 0,148 0 20,167-3-816,-408 18 796,544-17 0,-347 9 0,-51 3 0,-62-9 497,19-1-218,-126 15-279,-7 1 0,1-1 0,0 0 0,0 0 0,-1 0 0,1-1 0,0 1 0,0-1 0,-1 0 0,1 0 0,-1 0 0,1-1 0,-1 1 0,6-4 0,-9 5 0,0-1 0,0 1 0,0 0 0,0-1 0,0 1 0,0-1 0,0 1 0,0 0 0,0-1 0,0 1 0,0 0 0,0-1 0,-1 1 0,1 0 0,0-1 0,0 1 0,0 0 0,-1-1 0,1 1 0,0 0 0,0-1 0,-1 1 0,1 0 0,0 0 0,-1-1 0,1 1 0,0 0 0,-1 0 0,1 0 0,0-1 0,-1 1 0,1 0 0,0 0 0,-1 0 0,1 0 0,-1 0 0,1 0 0,0 0 0,-1 0 0,1 0 0,0 0 0,-1 0 0,1 0 0,-1 0 0,-21-4 0,-523-30 0,204 16-985,235 10 829,-190-18 20,-350-11 1313,735 36-1081,194-9-92,532-11-693,-527 24 786,-148-1 498,151-5-598,-214-7 3,-1-2 0,84-26 0,-93 20 0,0 2 0,2 4 0,69-3 0,35 16 0,40-1 0,-115-15 0,-68 9 0,52-3 0,-67 8 0,0-1 0,1-1 0,-1 0 0,0-1 0,-1 0 0,20-9 0,2-1 0,-30 11 0,1 1 0,-1 0 0,1 0 0,-1 1 0,1 0 0,0 0 0,0 0 0,-1 1 0,1 0 0,0 0 0,0 1 0,0-1 0,-1 2 0,1-1 0,0 1 0,-1 0 0,1 0 0,-1 1 0,0 0 0,0 0 0,0 0 0,0 1 0,0 0 0,-1 0 0,10 10 0,133 109 0,-107-85 0,2-2 0,90 59 0,-94-69 0,-20-12 0,0-2 0,34 18 0,-30-22 0,-1 0 0,37 7 0,-40-12 0,0 2 0,-1 0 0,0 1 0,0 1 0,17 9 0,-18-7 0,1-2 0,0 1 0,1-2 0,25 6 0,-23-7 0,1 1 0,38 17 0,-55-19 0,0-1 0,0 1 0,0 0 0,0 0 0,0 0 0,-1 1 0,0 0 0,0-1 0,4 8 0,30 54 0,-26-43 0,-8-14 0,0 0 0,-1 0 0,1 0 0,-2 1 0,0-1 0,0 1 0,0-1 0,-1 1 0,-1 0 0,0 16 0,-4 7 0,-13 59 0,4-30 0,13-59 0,0-1 0,-1 1 0,1 0 0,-1-1 0,0 1 0,0-1 0,0 1 0,0-1 0,0 0 0,0 1 0,-1-1 0,1 0 0,-1 0 0,0 0 0,1 0 0,-1 0 0,0 0 0,0 0 0,-1-1 0,1 1 0,0-1 0,0 1 0,-1-1 0,1 0 0,-1 0 0,1 0 0,-1 0 0,1-1 0,-1 1 0,1-1 0,-1 1 0,-4-1 0,-7 0 0,1-2 0,0 1 0,0-1 0,0-1 0,-18-6 0,9 3 0,15 3 0,0 0 0,0 0 0,0 0 0,0-1 0,0 0 0,-8-7 0,10 7 0,-1 0 0,0 0 0,0 0 0,-1 1 0,1 0 0,-1 0 0,1 1 0,-11-3 0,-7 1 0,1-1 0,-1-1 0,1 0 0,1-2 0,-1-1 0,-39-21 0,44 20 0,0 1 0,0 1 0,-1 1 0,0 1 0,-24-5 0,-103-13 0,124 21 0,-59-5 0,-48-9 0,60 8 0,0 4 0,-1 2 0,-70 6 0,10 0 0,-1001-3 0,1097 2 0,-1 1 0,-34 8 0,34-5 0,-66 4 0,79-8 0,-1 0 0,-31 8 0,-39 4 0,3-11 0,25-2 0,-95 14 0,106-9 0,0-2 0,-79-4 0,-45 2 0,-1 26 0,59-13 0,79-8 0,-67 3 0,80-12 0,-27 1 0,52 1 0,0 0 0,0 0 0,0 1 0,0-1 0,0 1 0,1 0 0,-1-1 0,0 1 0,0 0 0,1 1 0,-1-1 0,1 0 0,-4 3 0,6-3 0,-1-1 0,1 1 0,0-1 0,0 0 0,0 1 0,0-1 0,0 0 0,0 1 0,0-1 0,1 0 0,-1 1 0,0-1 0,0 1 0,0-1 0,0 0 0,0 1 0,0-1 0,1 0 0,-1 1 0,0-1 0,0 0 0,1 0 0,-1 1 0,0-1 0,0 0 0,1 0 0,-1 1 0,0-1 0,1 0 0,-1 0 0,0 0 0,1 1 0,-1-1 0,0 0 0,1 0 0,-1 0 0,0 0 0,1 0 0,-1 0 0,0 0 0,1 0 0,-1 0 0,1 0 0,-1 0 0,0 0 0,1 0 0,20 4 0,65 4 0,44 6 0,-26 3 0,132 3 0,106-15 0,-331-5 0,23 2 0,0 2 0,0 1 0,-1 2 0,59 20 0,37 8 0,-62-19 0,-42-10 0,-1 0 0,1-1 0,40 2 0,75-9 0,80 3 0,-121 14 0,-64-8 0,70 3 0,940-12 0,-1023 1 0,-1-1 0,1-1 0,20-6 0,-18 3 0,-1 2 0,32-2 0,576 4 0,-305 4 0,-319-2 0,-3 0 0,-1 0 0,1-1 0,0 1 0,-1 1 0,1-1 0,0 0 0,0 1 0,-1 0 0,1 0 0,-1 0 0,1 0 0,-1 1 0,1-1 0,3 4 0,-7-5 0,1 0 0,-1 1 0,0-1 0,0 0 0,0 1 0,0-1 0,0 1 0,0-1 0,0 0 0,0 1 0,0-1 0,0 0 0,0 1 0,-1-1 0,1 1 0,0-1 0,0 0 0,0 1 0,0-1 0,-1 0 0,1 1 0,0-1 0,0 0 0,0 0 0,-1 1 0,1-1 0,0 0 0,-1 0 0,1 1 0,0-1 0,-1 0 0,1 0 0,0 0 0,-1 1 0,1-1 0,0 0 0,-1 0 0,1 0 0,0 0 0,-1 0 0,1 0 0,0 0 0,-1 0 0,1 0 0,-1 0 0,1 0 0,-1 0 0,-20 4 0,-62 3 0,-136-8 0,83-2 0,-1055 3 0,1004-16 0,3 0 0,-801 17 0,937-3 0,-63-11 0,-36-2 0,-763 13 0,442 5 0,439-3 0,1 1 0,0 2 0,-48 11 0,56-11 0,0 0 0,0-2 0,-28 0 0,31-2 0,0 1 0,0 1 0,0 1 0,-27 6 0,43-8 0,1 0 0,-1 0 0,1 0 0,-1 0 0,1 0 0,-1 0 0,1 0 0,0 0 0,-1 0 0,1 0 0,-1 0 0,1 0 0,-1 1 0,1-1 0,-1 0 0,1 0 0,-1 1 0,1-1 0,0 0 0,-1 1 0,1-1 0,0 0 0,-1 1 0,1-1 0,0 0 0,-1 1 0,1-1 0,0 1 0,0-1 0,0 1 0,-1-1 0,1 1 0,0-1 0,0 1 0,16 7 0,31-1 0,187-5 0,99 8 0,-93 8 0,253-15 0,-237-6 0,1032 3 0,-1265-1 0,-1-1 0,40-10 0,-37 7 0,-1 0 0,29 0 0,106 7 0,70-4 0,-158-13 0,-54 11 0,1 0 0,28-3 0,26 4 0,117-13 0,-99-1-13,-51 8-438,0 3 1,66-4-1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0T18:33:20.043"/>
    </inkml:context>
    <inkml:brush xml:id="br0">
      <inkml:brushProperty name="width" value="0.35" units="cm"/>
      <inkml:brushProperty name="height" value="0.35" units="cm"/>
      <inkml:brushProperty name="color" value="#1F1F1F"/>
    </inkml:brush>
  </inkml:definitions>
  <inkml:trace contextRef="#ctx0" brushRef="#br0">1492 332 24575,'30'-7'0,"0"0"1,0 2-1,50-2 0,-9 1-165,37-6-643,685-104 120,-710 99 754,101-25 1528,-148 33-1594,-28 7 0,0 1 0,0-1 0,0-1 0,0 1 0,0-1 0,-1-1 0,1 0 0,10-6 0,-18 9 0,0 1 0,0 0 0,0 0 0,0-1 0,1 1 0,-1 0 0,0 0 0,0-1 0,0 1 0,0 0 0,0-1 0,0 1 0,0 0 0,0 0 0,0-1 0,-1 1 0,1 0 0,0 0 0,0-1 0,0 1 0,0 0 0,0 0 0,0-1 0,0 1 0,-1 0 0,1 0 0,0 0 0,0-1 0,0 1 0,-1 0 0,1 0 0,0 0 0,0-1 0,0 1 0,-1 0 0,1 0 0,0 0 0,0 0 0,-1 0 0,1 0 0,0 0 0,0 0 0,-1 0 0,1 0 0,0 0 0,-1 0 0,1 0 0,0 0 0,0 0 0,-1 0 0,1 0 0,0 0 0,0 0 0,-1 0 0,1 0 0,0 0 0,-21-2 0,-455 0 8,230 5-1056,62-3 20,-834-18 581,245 5-395,567 14 1374,201-1-404,-2 0 84,0 1-1,0-1 1,0-1-1,0 0 1,0 0-1,0 0 1,0-1-1,0 0 1,-7-3-1,14 5-203,0 0 0,0 0 0,0 0 0,0 0 0,-1 0 0,1 0 0,0 0 0,0 0 0,0 0 0,0 0 0,-1 0 1,1 0-1,0 0 0,0 0 0,0-1 0,0 1 0,0 0 0,0 0 0,-1 0 0,1 0 0,0 0 0,0 0 0,0-1 0,0 1 0,0 0 0,0 0 0,0 0 0,0 0 0,0 0 0,0-1 0,-1 1 0,1 0 0,0 0 0,0 0 0,0-1 0,0 1 0,0 0 0,0 0 0,0 0 0,0 0 0,1-1 0,-1 1 0,0 0 0,0 0 0,0 0 0,0 0 0,0 0 0,0-1 0,0 1 0,0 0 0,0 0 0,0 0 0,0 0 0,1 0 0,-1-1 0,14-4 130,19 0-143,395 2 5,-218 5 0,1184-2 0,-1905 18 0,183 1-1006,93-7 1023,21 4-18,-276 10-37,477-27 38,9 1 0,-1-1 0,1 1 0,-1 0 0,1 0 0,-1 0 0,1 1 0,0 0 0,-1 0 0,1 0 0,0 0 0,-1 0 0,1 1 0,-6 3 0,10-4-3,0 0-1,0-1 1,0 1-1,0-1 1,0 1 0,0 0-1,0-1 1,0 1-1,0 0 1,1-1 0,-1 1-1,0-1 1,0 1-1,1-1 1,-1 1 0,1 0-1,-1-1 1,0 1-1,1-1 1,-1 0 0,1 1-1,-1-1 1,1 1-1,-1-1 1,1 0 0,-1 1-1,1-1 1,0 0-1,-1 0 1,1 1 0,0-1-1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0T18:24:22.267"/>
    </inkml:context>
    <inkml:brush xml:id="br0">
      <inkml:brushProperty name="width" value="0.35" units="cm"/>
      <inkml:brushProperty name="height" value="0.35" units="cm"/>
      <inkml:brushProperty name="color" value="#1C1C1C"/>
    </inkml:brush>
  </inkml:definitions>
  <inkml:trace contextRef="#ctx0" brushRef="#br0">725 295 24575,'0'-2'0,"1"0"0,-1 1 0,1-1 0,0 0 0,0 0 0,-1 1 0,1-1 0,0 1 0,0-1 0,1 1 0,-1-1 0,0 1 0,0-1 0,1 1 0,-1 0 0,1 0 0,-1 0 0,1 0 0,0 0 0,1-1 0,37-16 0,-8 11-41,0 1 0,0 2-1,0 1 1,1 1 0,44 5 0,77-7-218,252-22 158,1112 28 577,-868-3-345,-625-1-131,1-1 0,0-1 0,-1-1 0,42-14 0,-40 10 0,1 1 0,0 2 0,43-5 0,50 12 0,19-2 0,-117-2 0,33-9 0,-35 7 0,-1 0 0,24-1 0,161 4 0,-117 4 0,-34 3 0,-53-5 0,1 1 0,0-1 0,0 1 0,-1 0 0,1-1 0,0 1 0,-1 0 0,1 0 0,-1 0 0,1 0 0,-1 0 0,2 2 0,-3-3 0,1 1 0,-1 0 0,0-1 0,1 1 0,-1 0 0,0-1 0,0 1 0,0 0 0,0-1 0,0 1 0,0 0 0,0-1 0,0 1 0,0 0 0,0 0 0,0-1 0,0 1 0,0 0 0,0-1 0,-1 1 0,1 0 0,0-1 0,-1 1 0,1-1 0,0 1 0,-1 0 0,1-1 0,-1 1 0,1-1 0,-1 1 0,0 0 0,-2 2 0,0-1 0,0 1 0,-1-1 0,1 0 0,-1 0 0,1 0 0,-1 0 0,1-1 0,-1 1 0,0-1 0,0 0 0,0 0 0,-5 0 0,-58 4 0,56-5 0,-22 1 0,-1 2 0,-50 11 0,27-1 0,17-3 0,0-2 0,-82 7 0,-522-15 0,289-2 0,323 4 0,0 1 0,-38 9 0,35-6 0,-56 4 0,-487-8 0,277-4 0,197 0 0,-117 5 0,143 12 0,57-10 0,1-1 0,-25 2 0,-327-3 0,191-5 0,-522 2 0,696-3 0,15-3 0,15-5 0,75-22 0,8-3 0,127-39 0,-207 66 0,0 2 0,1 1 0,0 0 0,53-2 0,112 9 0,-83 2 0,-48-2 0,-1-3 0,100-16 0,-116 12 0,61-2 0,31-4 0,-38 0 0,0 5 0,108 6 0,-113 2 0,-60-3 0,-1-1 0,39-9 0,-36 6 0,55-4 0,488 9 0,-277 3 0,11-2 0,-1084 0 0,742 2 0,-1 1 0,1 2 0,-53 15 0,45-10 0,-60 8 0,-32-2 0,-149 8 0,143-26 0,-119 3 0,151 15 0,69-10 0,-40 3 0,-49-6 0,62-3 0,-94 11 0,79 0 0,-133 0 0,164-8 0,0 2 0,0 3 0,-65 18 0,99-24 0,-52 16 0,32-9 0,-1-1 0,0-1 0,-66 5 0,2-13 0,50-1 0,1 3 0,-89 11 0,-67 29 0,161-37 0,34-4 0,0 1 0,0 0 0,0-1 0,0 2 0,0-1 0,0 1 0,1 0 0,-10 5 0,15-7 0,0 1 0,-1 0 0,1 0 0,0 0 0,0-1 0,0 1 0,0 0 0,0 1 0,0-1 0,0 0 0,0 0 0,1 0 0,-1 1 0,0-1 0,1 0 0,-1 0 0,1 1 0,-1-1 0,1 1 0,0-1 0,-1 0 0,1 1 0,0-1 0,0 1 0,0-1 0,0 1 0,0-1 0,1 0 0,-1 1 0,0-1 0,1 1 0,-1-1 0,2 3 0,-1-1 0,1-1 0,-1 1 0,1 0 0,0-1 0,0 0 0,0 1 0,0-1 0,0 0 0,0 0 0,1 0 0,-1 0 0,1 0 0,-1-1 0,7 3 0,3 0 0,0 0 0,1-1 0,-1-1 0,1 0 0,21 1 0,69-6 0,-39 0 0,479 1 0,-305 3 0,-218 0 0,1 1 0,-1 1 0,24 7 0,-20-5 0,43 5 0,260-7 0,-167-5 0,-139 3 0,-1 1 0,1 1 0,23 7 0,-21-4 0,44 4 0,122-9 0,-120-1 0,-67-1 0,0 1 0,0 0 0,0 0 0,0 0 0,-1 0 0,1 0 0,0 1 0,0-1 0,0 0 0,-1 1 0,1 0 0,0-1 0,0 1 0,2 2 0,-3-3 0,-1 1 0,0-1 0,0 1 0,0-1 0,0 1 0,0-1 0,0 1 0,0-1 0,0 1 0,0-1 0,0 1 0,0-1 0,0 1 0,0-1 0,0 1 0,0-1 0,0 1 0,-1-1 0,1 1 0,0-1 0,0 0 0,-1 1 0,1-1 0,0 1 0,-1-1 0,1 0 0,0 1 0,-1-1 0,1 0 0,0 1 0,-1-1 0,0 1 0,-4 3 0,-1 0 0,0 0 0,0-1 0,0 1 0,0-1 0,-9 3 0,-32 8 0,-1-3 0,-1-1 0,0-3 0,-49 2 0,-203-8 0,140-4 0,91 2 0,-134 4 0,158 0 0,-1 2 0,-61 16 0,37-6 0,-74 6 0,116-15 0,0 0 0,0 2 0,1 2 0,0 0 0,-43 23 0,59-28 0,0-1 0,1-1 0,-1 0 0,0-1 0,-1 0 0,1-1 0,-18 0 0,14-1 0,1 1 0,0 1 0,-22 5 0,36-7 0,0 0 0,1 0 0,-1 0 0,1 0 0,-1 0 0,0 0 0,1 0 0,-1 0 0,1 0 0,-1 0 0,1 1 0,-1-1 0,0 0 0,1 0 0,-1 1 0,1-1 0,-1 0 0,1 1 0,-1-1 0,1 1 0,0-1 0,-1 1 0,1-1 0,0 1 0,-1-1 0,1 1 0,0-1 0,-1 1 0,1 0 0,15 7 0,32-1 0,355-5 0,-206-4 0,846 2 0,-1019-1 0,1-2 0,-1-1 0,0-1 0,44-15 0,-38 11 0,-1 1 0,41-5 0,-22 9 0,50 4 0,-61 1 0,0-1 0,-1-2 0,47-9 0,-33 2 0,1 2 0,57 0 0,103 8 0,-73 2 0,-54-2 0,94-3 0,-98-13 0,-59 10 0,1 0 0,23-1 0,328 3 0,-191 5 0,-163-2 0,17 1 0,1-2 0,-1-1 0,37-8 0,156-31 0,-193 36 0,71 0 0,-20 2 0,-73 1 0,0-1 0,0 0 0,-1-1 0,1 0 0,-1-1 0,1 0 0,-2-1 0,1-1 0,-1 0 0,15-11 0,2-1 0,-23 16 0,-1-1 0,0 1 0,0-1 0,0-1 0,0 1 0,-1 0 0,0-1 0,0 0 0,0 1 0,0-1 0,-1 0 0,0-1 0,0 1 0,0 0 0,-1-1 0,1 1 0,0-11 0,0-3 0,-1 0 0,-1 0 0,-4-37 0,3 53-114,1-1 1,-1 0-1,0 0 0,0 1 0,0-1 1,0 0-1,-1 1 0,0-1 0,1 1 1,-1 0-1,-5-6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0T18:33:23.622"/>
    </inkml:context>
    <inkml:brush xml:id="br0">
      <inkml:brushProperty name="width" value="0.35" units="cm"/>
      <inkml:brushProperty name="height" value="0.35" units="cm"/>
      <inkml:brushProperty name="color" value="#1F1F1F"/>
    </inkml:brush>
  </inkml:definitions>
  <inkml:trace contextRef="#ctx0" brushRef="#br0">22 570 24575,'22'-2'0,"0"0"0,40-9 0,-38 5 0,0 2 0,31-2 0,-19 5 0,25 1 0,1-4 0,80-14 0,-35 0-251,180-5 0,-57 8 211,55-19 130,-149 25 129,139 9 0,-101 3-205,1948-3-14,-2093-2 0,1-1 0,34-7 0,-32 4 0,51-3 0,33 8 0,-57 2 0,1-3 0,94-14 0,-123 12 0,-18 3 0,-1 0 0,0-1 0,0-1 0,0 0 0,13-5 0,-23 7 0,-1 1 0,1-1 0,0 0 0,0 0 0,-1 0 0,1 0 0,-1-1 0,1 1 0,-1 0 0,0-1 0,1 1 0,-1-1 0,0 1 0,0-1 0,0 1 0,0-1 0,0 0 0,0 0 0,0 0 0,-1 1 0,1-1 0,-1 0 0,1 0 0,-1 0 0,0 0 0,0 0 0,0 0 0,0 0 0,0 0 0,0 0 0,0 0 0,-1 0 0,1 1 0,-1-1 0,1 0 0,-1 0 0,0 0 0,-1-1 0,-2-4 0,-1 0 0,0 1 0,0 0 0,-1 0 0,0 0 0,0 1 0,0 0 0,0 0 0,-1 0 0,-14-7 0,-22-17 0,30 17 0,0 2 0,-1-1 0,-1 2 0,0 0 0,0 1 0,0 0 0,-1 1 0,0 1 0,-29-7 0,36 11 0,-246-58 0,199 48 0,31 6 0,1 1 0,-51-3 0,-404 9 0,452 0 0,-1 2 0,-34 8 0,-42 3 0,97-14 0,-232 19 0,100 1 0,-186 2 0,255-18 0,-133 24 0,19 0 0,93-19 0,-236 13 0,141-8 0,-3 1 0,146-13 0,-69 11 0,66-6 0,-57 1 0,90-8 0,-37-1 0,-1 3 0,1 2 0,-62 13 0,-10 7 0,-1-5 0,0-6 0,-181-3 0,276-10 0,0 1 0,1 2 0,-1 0 0,1 2 0,-1 1 0,1 1 0,-41 17 0,68-24 0,0 0 0,0 0 0,0 0 0,0 0 0,0 0 0,0 0 0,1 0 0,-1 0 0,0 0 0,0 0 0,0 0 0,0 0 0,0 0 0,0 0 0,0 0 0,0 1 0,1-1 0,-1 0 0,0 0 0,0 0 0,0 0 0,0 0 0,0 0 0,0 0 0,0 0 0,0 0 0,0 0 0,0 1 0,0-1 0,1 0 0,-1 0 0,0 0 0,0 0 0,0 0 0,0 0 0,0 0 0,0 1 0,0-1 0,0 0 0,0 0 0,0 0 0,0 0 0,0 0 0,0 0 0,0 0 0,0 1 0,0-1 0,0 0 0,-1 0 0,1 0 0,0 0 0,0 0 0,0 0 0,0 0 0,0 0 0,0 1 0,0-1 0,0 0 0,0 0 0,0 0 0,0 0 0,0 0 0,-1 0 0,1 0 0,0 0 0,0 0 0,18 4 0,22 0 0,315-6-1365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0T18:33:25.308"/>
    </inkml:context>
    <inkml:brush xml:id="br0">
      <inkml:brushProperty name="width" value="0.35" units="cm"/>
      <inkml:brushProperty name="height" value="0.35" units="cm"/>
      <inkml:brushProperty name="color" value="#1F1F1F"/>
    </inkml:brush>
  </inkml:definitions>
  <inkml:trace contextRef="#ctx0" brushRef="#br0">4693 207 24575,'5'-2'0,"0"0"0,0 0 0,-1 0 0,1-1 0,0 0 0,-1 1 0,0-2 0,0 1 0,0 0 0,0-1 0,0 0 0,6-8 0,9-7 0,-5 10 0,-1 0 0,1 2 0,1-1 0,-1 2 0,1 0 0,0 1 0,1 0 0,-1 1 0,1 1 0,24-2 0,-12 0 0,-1 0 0,39-14 0,-36 7 0,-13 5 0,0 1 0,0 0 0,36-7 0,-48 12 0,0 1 0,1 0 0,-1 0 0,1 0 0,-1 0 0,0 1 0,0 0 0,1 0 0,-1 0 0,0 1 0,0 0 0,0 0 0,0 0 0,0 1 0,-1-1 0,1 1 0,-1 0 0,5 4 0,-3-2 0,-1 0 0,1 1 0,-1 0 0,-1 0 0,1 0 0,-1 1 0,0-1 0,0 1 0,-1 0 0,1 0 0,-2 0 0,1 1 0,2 10 0,-2 5 0,-1-1 0,0 1 0,-3 29 0,0-38 0,3 18 0,0-1 0,2 1 0,1-1 0,2 0 0,14 42 0,2-23 0,-19-42 0,1 0 0,-1 0 0,-1 1 0,1 0 0,-1 0 0,-1-1 0,0 2 0,2 13 0,-4-21 0,-1 0 0,1 0 0,-1 1 0,0-1 0,0 0 0,0-1 0,0 1 0,0 0 0,0 0 0,0 0 0,0-1 0,-1 1 0,1 0 0,-1-1 0,1 1 0,-1-1 0,0 0 0,0 1 0,1-1 0,-1 0 0,0 0 0,0 0 0,0-1 0,0 1 0,0 0 0,0-1 0,-1 1 0,-3-1 0,-8 3 0,0-1 0,-29 1 0,37-3 0,-126 14 0,-3 0 0,-62 1 0,-19 1 0,-1717-16 0,864-2 0,1047 4 0,-1 0 0,-38 10 0,37-7 0,0-1 0,-29 2 0,-132-8 0,-78 4 0,183 12 0,57-9 0,1-1 0,-32 2 0,30-5 0,-221-3 0,95-27 0,87 16 0,39 7 0,-1 2 0,-42-4 0,-172 9-1365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0T18:33:27.612"/>
    </inkml:context>
    <inkml:brush xml:id="br0">
      <inkml:brushProperty name="width" value="0.35" units="cm"/>
      <inkml:brushProperty name="height" value="0.35" units="cm"/>
      <inkml:brushProperty name="color" value="#1F1F1F"/>
    </inkml:brush>
  </inkml:definitions>
  <inkml:trace contextRef="#ctx0" brushRef="#br0">6574 1 24575,'-62'23'0,"6"-17"0,-1-1 0,-110-7 0,57-1 0,-259 21 0,126-5 0,8-2 0,-145 6-398,47-4-12,-515 42-935,630-32 1345,-84 4 0,-264 6-789,394-20 748,-150 4 2877,-1115-18-2689,1390-1-147,-63-11 0,-36-3 0,-41 1 106,-20 0-1577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0T18:25:19.180"/>
    </inkml:context>
    <inkml:brush xml:id="br0">
      <inkml:brushProperty name="width" value="0.35" units="cm"/>
      <inkml:brushProperty name="height" value="0.35" units="cm"/>
      <inkml:brushProperty name="color" value="#1C1C1C"/>
    </inkml:brush>
  </inkml:definitions>
  <inkml:trace contextRef="#ctx0" brushRef="#br0">0 0 24551,'4299'0'0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0T18:25:22.017"/>
    </inkml:context>
    <inkml:brush xml:id="br0">
      <inkml:brushProperty name="width" value="0.35" units="cm"/>
      <inkml:brushProperty name="height" value="0.35" units="cm"/>
      <inkml:brushProperty name="color" value="#1C1C1C"/>
    </inkml:brush>
  </inkml:definitions>
  <inkml:trace contextRef="#ctx0" brushRef="#br0">0 230 24575,'39'0'0,"-1"-2"0,0-1 0,54-12 0,-50 8 12,74-4-1,-16 2-145,95-7-623,256 12-1,-239 6 519,551-2 2104,-737-2-1865,-1 0 0,49-13 0,-3 1 0,1 2 0,-32 4 0,75-5 0,-29 14 0,-49 0 0,0-1 0,-1-2 0,61-10 0,-56 5 0,82-5 0,-59 8 0,51-14 0,-67 8 0,14-2 0,-24 4 0,0 1 0,52-1 0,169 9-1365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0T18:25:22.567"/>
    </inkml:context>
    <inkml:brush xml:id="br0">
      <inkml:brushProperty name="width" value="0.35" units="cm"/>
      <inkml:brushProperty name="height" value="0.35" units="cm"/>
      <inkml:brushProperty name="color" value="#1C1C1C"/>
    </inkml:brush>
  </inkml:definitions>
  <inkml:trace contextRef="#ctx0" brushRef="#br0">1 1 24575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0T18:25:23.999"/>
    </inkml:context>
    <inkml:brush xml:id="br0">
      <inkml:brushProperty name="width" value="0.35" units="cm"/>
      <inkml:brushProperty name="height" value="0.35" units="cm"/>
      <inkml:brushProperty name="color" value="#1C1C1C"/>
    </inkml:brush>
  </inkml:definitions>
  <inkml:trace contextRef="#ctx0" brushRef="#br0">4600 6 24575,'-2417'0'0,"2357"2"0,-64 12 0,-44 3 0,66-18 0,61-1 0,0 3 0,0 0 0,-60 12 0,-95 27 0,137-32 0,-1-2 0,0-3 0,-72-6 0,20 1 0,65 4 0,-71 12 0,71-6 0,-67 1 0,-374-10 0,482 1 0,-1 0 0,1 0 0,-1 0 0,1-1 0,0 0 0,-10-4 0,14 5 0,1-1 0,0 1 0,0-1 0,0 0 0,0 0 0,0 1 0,0-1 0,0 0 0,0 0 0,1 0 0,-1 0 0,0 0 0,0 0 0,1 0 0,-1-1 0,1 1 0,-1 0 0,1 0 0,-1 0 0,1-1 0,0 1 0,0 0 0,-1 0 0,1-1 0,0 1 0,0 0 0,0 0 0,1-1 0,-1 1 0,0 0 0,0 0 0,1-1 0,-1 1 0,0 0 0,1 0 0,0 0 0,-1-1 0,1 1 0,1-1 0,0-3 16,0 0 1,1 0-1,0 0 0,0 1 0,0 0 0,0-1 0,1 1 0,0 0 0,0 1 1,0-1-1,0 1 0,0-1 0,1 1 0,-1 1 0,1-1 0,0 1 1,0-1-1,0 1 0,0 1 0,9-3 0,6 1-282,0 0 1,0 1-1,1 2 0,22 1 1,-30-1-111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0T18:25:24.597"/>
    </inkml:context>
    <inkml:brush xml:id="br0">
      <inkml:brushProperty name="width" value="0.35" units="cm"/>
      <inkml:brushProperty name="height" value="0.35" units="cm"/>
      <inkml:brushProperty name="color" value="#1C1C1C"/>
    </inkml:brush>
  </inkml:definitions>
  <inkml:trace contextRef="#ctx0" brushRef="#br0">0 150 24575,'0'2'0,"1"-1"0,-1 0 0,0 0 0,1 0 0,-1 0 0,1 0 0,-1 0 0,1 0 0,0 0 0,-1 0 0,1 0 0,0 0 0,0 0 0,0-1 0,-1 1 0,1 0 0,0 0 0,0-1 0,0 1 0,0-1 0,0 1 0,0-1 0,1 1 0,-1-1 0,0 0 0,2 1 0,35 6 0,-35-7 0,17 1 0,0-1 0,0-1 0,0-1 0,0-1 0,20-5 0,-10 2 0,36-2 0,446-59-711,-451 57 598,215-18-108,-107 13 250,21 7-289,-46 3 88,-127 3 60,0-1 1,26-7-1,-30 6-677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0T18:33:34.730"/>
    </inkml:context>
    <inkml:brush xml:id="br0">
      <inkml:brushProperty name="width" value="0.35" units="cm"/>
      <inkml:brushProperty name="height" value="0.35" units="cm"/>
      <inkml:brushProperty name="color" value="#1F1F1F"/>
    </inkml:brush>
  </inkml:definitions>
  <inkml:trace contextRef="#ctx0" brushRef="#br0">630 360 24575,'1579'0'-738,"-1313"16"738,-28-1 0,694-13 737,-447-4-736,-408 10-1,-62-5 0,0-1 0,0 0 0,0-2 0,26 0 0,23-11 0,97-29 0,-106 25 0,-8 7 0,-37 7 0,-1 0 0,1-1 0,-1 0 0,0-1 0,0 0 0,13-6 0,8-5 0,1 2 0,62-18 0,-7 4 0,-30 9 0,-39 13 0,0-1 0,-1-1 0,26-12 0,-16 6 0,0 1 0,31-9 0,-37 15 0,-1-2 0,1 0 0,-2-1 0,1-1 0,-1-1 0,18-13 0,2 4 0,-34 18 0,1 0 0,-1-1 0,0 0 0,0 0 0,0 0 0,-1 0 0,1-1 0,0 1 0,-1-1 0,0 0 0,4-4 0,-7 7 0,0 0 0,0 0 0,1-1 0,-1 1 0,0 0 0,0-1 0,0 1 0,0 0 0,0 0 0,0-1 0,0 1 0,0 0 0,0-1 0,0 1 0,0 0 0,0 0 0,0-1 0,-1 1 0,1 0 0,0-1 0,0 1 0,0 0 0,0 0 0,0-1 0,-1 1 0,1 0 0,0 0 0,0 0 0,0-1 0,-1 1 0,1 0 0,0 0 0,0 0 0,-1 0 0,1-1 0,0 1 0,0 0 0,-1 0 0,-17-5 0,-18 2 0,-73 18 0,-8 0 0,-544-11 30,340-7-694,-2514 3 1298,2812 1-634,1 1 0,0 1 0,0 1 0,1 1 0,-42 14 0,62-19 0,1 0 0,0 0 0,-1 0 0,1 0 0,0 0 0,-1 0 0,1 0 0,0 0 0,-1 0 0,1 0 0,0 1 0,-1-1 0,1 0 0,0 0 0,0 0 0,-1 0 0,1 0 0,0 1 0,-1-1 0,1 0 0,0 0 0,0 0 0,-1 1 0,1-1 0,0 0 0,0 0 0,0 1 0,-1-1 0,1 0 0,0 1 0,0-1 0,0 0 0,0 0 0,0 1 0,0-1 0,0 0 0,-1 1 0,1-1 0,0 0 0,0 1 0,0-1 0,0 0 0,0 1 0,0-1 0,1 0 0,-1 1 0,0-1 0,0 0 0,0 1 0,0-1 0,1 1 0,21 7 0,34-2 0,617-4 0,-335-5 0,347 3 0,-651 2 0,64 12 0,-64-8 0,63 3 0,1251-10 0,-1332 2 0,1 0 0,-1 2 0,0 0 0,0 1 0,30 10 0,78 41 0,-82-34 0,-33-17 0,0 2 0,0-1 0,-1 2 0,9 7 0,32 21 0,-40-30 0,-1 0 0,1 0 0,-1 1 0,0 0 0,0 1 0,-1-1 0,0 2 0,0-1 0,-1 1 0,10 13 0,-13-15 0,1-2 0,0 1 0,1-1 0,-1 1 0,1-1 0,0 0 0,0-1 0,0 1 0,0-1 0,1 0 0,7 3 0,2-1 0,0 0 0,31 4 0,3 1 0,-30-4 0,1 1 0,32 18 0,-19-9 0,7 6 0,-32-17 0,0 0 0,0-1 0,0 1 0,1-2 0,0 0 0,-1 0 0,18 4 0,14-4 0,0-1 0,0-1 0,47-6 0,-85 5 0,-1 0 0,1 0 0,0 0 0,-1-1 0,1 1 0,0 0 0,-1-1 0,1 1 0,-1-1 0,1 1 0,-1-1 0,1 0 0,-1 0 0,1 0 0,-1 0 0,1 0 0,-1 0 0,0 0 0,0 0 0,1 0 0,-1 0 0,0-1 0,0 1 0,0-1 0,-1 1 0,1 0 0,0-1 0,0-1 0,0 0 0,-1 0 0,0 0 0,-1 0 0,1 0 0,0 0 0,-1 0 0,1 0 0,-1 1 0,0-1 0,0 0 0,0 0 0,0 1 0,-1-1 0,-3-4 0,2 1 0,0 1 0,-1 0 0,0 0 0,0 0 0,0 1 0,-1-1 0,0 1 0,0 0 0,0 1 0,0-1 0,0 1 0,-1 0 0,1 0 0,-1 0 0,-10-2 0,12 5 0,0 0 0,-1 1 0,1 0 0,0 0 0,0 0 0,0 0 0,0 1 0,0 0 0,0-1 0,0 1 0,0 1 0,1-1 0,-1 1 0,1-1 0,0 1 0,0 0 0,0 0 0,0 0 0,0 1 0,1-1 0,-1 0 0,1 1 0,0 0 0,0 0 0,-2 4 0,-6 14 0,1 1 0,1 0 0,-6 28 0,10-35 0,-8 35 0,9-33 0,-2 0 0,0 0 0,0 0 0,-13 24 0,16-36 0,-1-1 0,-1-1 0,1 1 0,-1 0 0,1-1 0,-1 0 0,0 0 0,-1 0 0,1 0 0,-1-1 0,1 0 0,-1 0 0,0 0 0,-1 0 0,1-1 0,0 0 0,-1 0 0,1 0 0,-6 0 0,-13 3 0,8-2 0,-1 1 0,1 0 0,0 1 0,-21 10 0,22-9 0,0 0 0,-1-1 0,1 0 0,-1-2 0,0 0 0,-29 2 0,-102-6 0,67-2 0,-248-16 0,85 1 0,41 5 0,-113-29 0,225 30 0,-86-5 0,130 13 0,0-1 0,-64-16 0,65 11 0,0 1 0,-69-2 0,13 12 0,49 0 0,0-1 0,-85-13 0,74 5 0,-122-1 0,61 5 0,-15-9 0,-40-3 0,119 16 0,-118-16 0,98 6 0,-1 4 0,-130 7 0,72 2 0,-1176-3 0,1596-2 46,315 5-656,-312 11-92,117 2 223,1327-18 2224,-1693 4-1745,63 12 0,-61-8 0,53 3 0,325-9 0,-191-1 0,-195 0 0,1-2 0,34-8 0,-32 5 0,51-3 0,-75 9 0,11 0 0,0 0 0,0-1 0,-1-1 0,1-1 0,0-1 0,-1 0 0,1-2 0,21-8 0,-21 6 0,1 1 0,32-6 0,-34 9 0,-1-1 0,1 0 0,23-11 0,-40 16 0,0-1 0,-1 1 0,1 0 0,-1 0 0,1 0 0,-1 0 0,0-1 0,1 1 0,-1 0 0,1 0 0,-1-1 0,1 1 0,-1 0 0,0-1 0,1 1 0,-1 0 0,1-1 0,-1 1 0,0 0 0,0-1 0,1 1 0,-1-1 0,0 1 0,0-1 0,1 1 0,-1-1 0,0 1 0,0-1 0,0 1 0,0-1 0,0 1 0,0-1 0,0 0 0,-15-7 0,-30 2 0,12 5-1365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0T18:33:40.695"/>
    </inkml:context>
    <inkml:brush xml:id="br0">
      <inkml:brushProperty name="width" value="0.35" units="cm"/>
      <inkml:brushProperty name="height" value="0.35" units="cm"/>
      <inkml:brushProperty name="color" value="#1F1F1F"/>
    </inkml:brush>
  </inkml:definitions>
  <inkml:trace contextRef="#ctx0" brushRef="#br0">4964 660 24575,'0'-1'0,"0"0"0,-1 0 0,1 0 0,0 0 0,-1 0 0,1 0 0,-1 0 0,1 0 0,-1 1 0,1-1 0,-1 0 0,0 0 0,0 1 0,1-1 0,-1 0 0,0 1 0,0-1 0,0 0 0,1 1 0,-1-1 0,0 1 0,0 0 0,0-1 0,0 1 0,0 0 0,0-1 0,0 1 0,0 0 0,0 0 0,0 0 0,0 0 0,0 0 0,0 0 0,0 0 0,0 0 0,-2 1 0,-49 7 0,37-6 0,-129 8 0,-153-10 0,123-2 0,-1095 2-772,899 15 772,9 1 0,7-1 0,26 0 0,17 0 0,-24 0 0,-589-16 772,1194-14-760,-18 0-151,1301 13-2286,-750 4 4310,-775-3-1644,-1-2-1,39-8 1,-36 5-268,55-4-1,383 10 28,-504-3 0,1-1 0,-56-16 0,42 9 0,-74-8 0,9 12 0,-300-29 0,201 11 0,-263 1 0,334 26 0,-169-4 0,293 2 0,0-2 0,1 0 0,-1-2 0,1 1 0,-23-10 0,39 13 0,1 0 0,0 0 0,0 0 0,-1 0 0,1 0 0,0 0 0,0 0 0,-1 0 0,1 0 0,0 0 0,0-1 0,-1 1 0,1 0 0,0 0 0,0 0 0,0 0 0,-1 0 0,1-1 0,0 1 0,0 0 0,0 0 0,0 0 0,-1-1 0,1 1 0,0 0 0,0 0 0,0-1 0,0 1 0,0 0 0,0 0 0,0-1 0,0 1 0,0 0 0,0 0 0,0-1 0,0 1 0,0 0 0,0 0 0,0-1 0,0 1 0,0 0 0,0 0 0,0-1 0,0 1 0,0 0 0,0 0 0,0-1 0,1 1 0,-1 0 0,0 0 0,0-1 0,18-8 0,26-2 0,62 2-98,170 9 0,-122 3-547,1485-3 1486,-1627 1-841,0-2 0,0 0 0,0 0 0,0-1 0,-1 0 0,1-1 0,12-5 0,-24 8 0,0 0 0,0 0 0,0-1 0,0 1 0,0 0 0,0 0 0,0 0 0,0 0 0,0 0 0,-1 0 0,1 0 0,0 0 0,0 0 0,0 0 0,0 0 0,0 0 0,0 0 0,0 0 0,0 0 0,0 0 0,0-1 0,0 1 0,0 0 0,0 0 0,0 0 0,-1 0 0,1 0 0,0 0 0,0 0 0,0 0 0,0-1 0,0 1 0,0 0 0,0 0 0,0 0 0,0 0 0,0 0 0,0 0 0,0 0 0,0 0 0,1-1 0,-1 1 0,0 0 0,0 0 0,0 0 0,0 0 0,0 0 0,0 0 0,0 0 0,0 0 0,0 0 0,0 0 0,0-1 0,0 1 0,0 0 0,0 0 0,1 0 0,-1 0 0,0 0 0,0 0 0,0 0 0,0 0 0,0 0 0,0 0 0,0 0 0,0 0 0,-15-4 0,-21-1 0,34 5 0,-713-63-976,289 10-678,-151-8-15,523 59 1673,-462-32-1042,239 8 1346,242 21 284,34 5-519,-1 0-1,1 0 0,-1 0 0,1 0 1,-1 0-1,1-1 0,0 1 0,-1-1 1,1 1-1,0-1 0,-1 1 0,1-1 1,0 0-1,0 0 0,-1 1 1,1-1-1,0 0 0,0 0 0,-2-2 1,6 1 82,0 1 0,0-1 0,0 1 1,0 0-1,0 0 0,0 0 0,0 1 0,0-1 1,0 1-1,0 0 0,0 0 0,0 0 1,4 0-1,-3 0-36,444-3 27,-228 6-539,372 42-851,-49 0 1248,-107-47 2178,-1666 3-2898,1216-1 716,9 1 0,0-1 0,0 0 0,0 0 0,0 0 0,0 0 0,0-1 0,0 0 0,0 0 0,0 0 0,0-1 0,0 1 0,-8-5 0,13 5 0,0 1 0,0 0 0,0-1-1,0 1 1,0-1 0,0 1 0,0 0 0,0-1 0,1 1 0,-1 0 0,0-1 0,0 1 0,0-1-1,0 1 1,0 0 0,1-1 0,-1 1 0,0 0 0,0-1 0,1 1 0,-1 0 0,0 0 0,0-1 0,1 1-1,-1 0 1,0 0 0,1-1 0,-1 1 0,0 0 0,1 0 0,-1 0 0,0-1 0,1 1 0,-1 0 0,1 0-1,-1 0 1,0 0 0,1 0 0,-1 0 0,1 0 0,-1 0 0,0 0 0,1 0 0,-1 0 0,0 0-1,1 0 1,24-4 124,395-2-487,-234 9 198,1538-3-2419,-1710 0 2629,-9-1 10,0 0-1,-1 1 1,1 0 0,0 0 0,0 1 0,0-1 0,0 1-1,-1 0 1,1 0 0,0 1 0,-1-1 0,1 1 0,4 3-1,-9-5-28,0 0-1,0 1 1,0-1-1,0 1 0,0-1 1,0 0-1,0 1 1,0-1-1,-1 1 0,1-1 1,0 0-1,0 1 1,0-1-1,0 1 1,-1-1-1,1 0 0,0 1 1,0-1-1,-1 0 1,1 1-1,0-1 0,-1 0 1,1 0-1,0 1 1,-1-1-1,1 0 0,0 0 1,-1 1-1,1-1 1,0 0-1,-1 0 0,1 0 1,-1 0-1,1 0 1,0 0-1,-1 0 0,1 0 1,-1 0-1,1 0 1,0 0-1,-1 0 0,1 0 1,-1 0-1,0 0 1,-22 5 922,-50-2-92,56-3-865,0 0 1,0 1 0,0 1-1,0 1 1,-33 9-1,50-12 9,0 0 0,0 0 0,0 0 0,0 0 0,0 0 0,-1 0 0,1 0 0,0 0 0,0 0 0,0 0 0,0 0 0,0 0 0,-1 0 0,1 0 0,0 0 0,0 0 0,0 0 0,0 0 0,0 0 0,-1 0 0,1 0 0,0 0 0,0 0 0,0 0 0,0 1 0,0-1 0,0 0 0,0 0 0,0 0 0,-1 0 0,1 0 0,0 0 0,0 0 0,0 1 0,0-1 0,0 0 0,0 0 0,0 0 0,0 0 0,0 0 0,0 1 0,0-1 0,0 0 0,0 0 0,0 0 0,0 0 0,0 0 0,0 1 0,0-1 0,0 0 0,0 0 0,0 0 0,0 0 0,0 0 0,0 0 0,0 1 0,0-1 0,0 0 0,1 0 0,11 4 0,19-1 0,6-2 0,0-1 0,0-2 0,1-2 0,45-10 0,-35 6 0,0 3 0,0 1 0,0 3 0,56 5 0,6-1 0,-87-3 0,0 2 0,0 1 0,40 9 0,-58-11 0,0 0 0,1 0 0,-1-1 0,1 0 0,-1-1 0,1 1 0,-1-1 0,1 0 0,-1 0 0,1 0 0,-1-1 0,0 0 0,0 0 0,0-1 0,0 1 0,0-1 0,-1 0 0,7-5 0,8-7 0,-1-2 0,31-35 0,-26 25 0,2 1 0,0 1 0,35-48 0,-59 71 0,0 0 0,0 0 0,0 0 0,0 1 0,1-1 0,-1 1 0,0-1 0,1 1 0,0-1 0,-1 1 0,1 0 0,0 0 0,0-1 0,-1 1 0,1 1 0,0-1 0,0 0 0,3 0 0,-4 1 0,0 1 0,0-1 0,0 1 0,0 0 0,1-1 0,-1 1 0,0 0 0,0 0 0,0 0 0,-1 0 0,1 0 0,0 0 0,0 0 0,0 0 0,-1 0 0,1 0 0,-1 1 0,1-1 0,-1 0 0,1 0 0,-1 1 0,0-1 0,1 0 0,-1 0 0,0 1 0,0-1 0,0 0 0,0 1 0,0-1 0,-1 2 0,7 57 0,-5-30 0,2-1 0,1 1 0,1-1 0,2 0 0,0 0 0,2-1 0,16 35 0,-19-53 0,1 0 0,0 0 0,0 0 0,1-1 0,0-1 0,0 1 0,11 7 0,-7-5 0,-9-8 0,-1-1 0,0 0 0,0 1 0,0 0 0,0-1 0,-1 1 0,1 0 0,-1 0 0,0 0 0,1 0 0,-2 0 0,1 0 0,0 0 0,0 1 0,-1-1 0,0 0 0,0 6 0,0 5 0,-2-1 0,0 0 0,-4 16 0,-3 19 0,7-11 0,3-28 0,-2 0 0,1 1 0,-1-1 0,-1 0 0,-4 18 0,5-24 0,0-1 0,-1 1 0,1-1 0,-1 1 0,1-1 0,-1 0 0,0 1 0,0-1 0,0 0 0,0 0 0,0 0 0,-1-1 0,1 1 0,0 0 0,-1-1 0,1 0 0,-1 1 0,0-1 0,1 0 0,-1-1 0,0 1 0,0 0 0,-5 0 0,-40 3 0,0-2 0,-79-6 0,12 0 0,-19-2-147,-137-25-1,181 20-922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0T18:25:30.487"/>
    </inkml:context>
    <inkml:brush xml:id="br0">
      <inkml:brushProperty name="width" value="0.35" units="cm"/>
      <inkml:brushProperty name="height" value="0.35" units="cm"/>
      <inkml:brushProperty name="color" value="#1C1C1C"/>
    </inkml:brush>
  </inkml:definitions>
  <inkml:trace contextRef="#ctx0" brushRef="#br0">1 161 24575,'0'1'0,"0"0"0,1 0 0,-1 0 0,0 0 0,1 0 0,-1 0 0,1 0 0,0 0 0,-1 0 0,1 0 0,0 0 0,0 0 0,-1 0 0,1 0 0,0-1 0,0 1 0,0 0 0,0-1 0,0 1 0,0 0 0,0-1 0,0 1 0,0-1 0,0 0 0,0 1 0,1-1 0,0 0 0,36 7 0,-35-6 0,90 5 0,118-7 0,-75-1 0,2488 2 0,-2600 1 0,0 2 0,42 9 0,15 2 0,16 4 0,-68-12 0,0 0 0,43 1 0,261-7 0,-144-1 0,-168 2 0,-1 1 0,1 1 0,23 7 0,-21-4 0,44 4 0,-48-9 0,-2 1 0,0-1 0,0-1 0,0 0 0,1-1 0,31-7 0,-49 9 0,1-1 0,-1 0 0,1 0 0,-1 0 0,1 0 0,-1 0 0,1-1 0,-1 1 0,0 0 0,1 0 0,-1 0 0,1 0 0,-1 0 0,0-1 0,1 1 0,-1 0 0,0 0 0,1 0 0,-1-1 0,0 1 0,1 0 0,-1-1 0,0 1 0,1 0 0,-1-1 0,0 1 0,0 0 0,1-1 0,-1 1 0,0 0 0,0-1 0,0 1 0,0-1 0,0 1 0,1-1 0,-1 1 0,0 0 0,0-1 0,0 1 0,0-1 0,0 1 0,0-1 0,0 1 0,0 0 0,-1-1 0,1 1 0,0-1 0,0 1 0,0 0 0,0-1 0,-1 1 0,1-1 0,0 1 0,0 0 0,-1-1 0,1 1 0,0 0 0,0-1 0,-1 1 0,1 0 0,0 0 0,-1-1 0,1 1 0,-1 0 0,-35-22 0,11 8 0,0-10 0,17 15 0,-1 1 0,0 0 0,-1 0 0,1 1 0,-1 0 0,-1 0 0,1 1 0,-1 1 0,-17-7 0,-17 0 0,0 2 0,-55-5 0,-97-16 0,116 17 0,42 7 0,-68-5 0,-11 14 0,-58-4 0,90-13 338,10 1-2041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0T18:25:31.674"/>
    </inkml:context>
    <inkml:brush xml:id="br0">
      <inkml:brushProperty name="width" value="0.35" units="cm"/>
      <inkml:brushProperty name="height" value="0.35" units="cm"/>
      <inkml:brushProperty name="color" value="#1C1C1C"/>
    </inkml:brush>
  </inkml:definitions>
  <inkml:trace contextRef="#ctx0" brushRef="#br0">4658 124 24575,'-510'0'0,"465"-2"0,-70-13 0,-31-1 0,-98 17 0,-77-2 0,184-16 0,81 9 0,-67-2 0,57 11 0,40 1 0,0-2 0,1 0 0,-1-2 0,-50-10 0,45 5 0,1 1 0,-1 1 0,-40 0 0,-97 6 0,63 1 0,29-1 0,26 1 0,-1-2 0,1-3 0,-57-9 0,83 7 0,1 2 0,-1 0 0,0 2 0,0 1 0,0 1 0,0 1 0,-29 5 0,-32 3 0,0-3 0,-132-8 0,83-1 0,-1070 2-1365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0T18:25:34.756"/>
    </inkml:context>
    <inkml:brush xml:id="br0">
      <inkml:brushProperty name="width" value="0.35" units="cm"/>
      <inkml:brushProperty name="height" value="0.35" units="cm"/>
      <inkml:brushProperty name="color" value="#1C1C1C"/>
    </inkml:brush>
  </inkml:definitions>
  <inkml:trace contextRef="#ctx0" brushRef="#br0">0 70 24575,'4'-1'0,"0"-1"0,0 1 0,-1 0 0,1-1 0,0 0 0,-1 0 0,0 0 0,1 0 0,-1-1 0,0 1 0,4-5 0,24-15 0,-17 17 0,-1 1 0,1 0 0,0 2 0,0-1 0,24 0 0,76 5 0,-52 0 0,492-1 0,-521 1 0,-1 1 0,38 8 0,-35-4 0,56 3 0,99-12 0,76 4 0,-166 13 0,-65-8 0,58 3 0,485-8 0,-277-4 0,-272 1 156,-14 0-460,-1 1 0,0 0-1,1 2 1,22 3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0T18:33:47.573"/>
    </inkml:context>
    <inkml:brush xml:id="br0">
      <inkml:brushProperty name="width" value="0.35" units="cm"/>
      <inkml:brushProperty name="height" value="0.35" units="cm"/>
      <inkml:brushProperty name="color" value="#1F1F1F"/>
    </inkml:brush>
  </inkml:definitions>
  <inkml:trace contextRef="#ctx0" brushRef="#br0">6128 599 24575,'-3'0'0,"-90"0"0,-153-18 0,-1-13 0,43 10 0,99 13 0,-199-34 0,184 26-178,0 5 0,-148 6 0,-65-4-103,16-25 281,-137-9 0,-101 14-1414,281-1 1329,-35-1-38,197 28-54,17 2-37,-185-26-1,187 13 560,-148-5 1,-97 20 868,128 2-760,-419-3 230,608 0-684,1 2 0,-33 5 0,46-5 0,0-1 0,0 1 0,1 0 0,-1 0 0,1 1 0,0-1 0,-1 2 0,1-1 0,1 1 0,-1 0 0,-7 5 0,13-8 0,0-1 0,0 0 0,0 1 0,0-1 0,0 0 0,0 1 0,0-1 0,0 0 0,0 1 0,0-1 0,0 0 0,0 1 0,0-1 0,0 0 0,0 1 0,0-1 0,0 0 0,0 1 0,0-1 0,0 0 0,0 0 0,1 1 0,-1-1 0,0 0 0,0 1 0,0-1 0,0 0 0,1 0 0,-1 1 0,0-1 0,0 0 0,1 0 0,-1 0 0,0 1 0,1-1 0,-1 0 0,0 0 0,0 0 0,1 0 0,-1 0 0,0 0 0,1 0 0,-1 1 0,0-1 0,1 0 0,-1 0 0,0 0 0,1 0 0,-1 0 0,0 0 0,1-1 0,-1 1 0,1 0 0,22 3 0,-23-3 0,92 0-7,-1-3 1,108-18-1,-99 8-110,627-10-1368,-325 21 973,-95-20 187,-222 15 279,131-21 923,-121 13-63,136-3 0,428 20-814,-602-5 0,-1-3 0,76-17 0,-75 12 0,1 2 0,61-2 0,-62 8 0,75-15 0,-88 11 0,22-6 0,-43 7 0,1 2 0,40-3 0,-21 8 0,0 3 0,0 1 0,69 18 0,18 3 0,2-3 0,-46-7 0,149 8 0,-190-22 0,49 11 0,-51-7 0,58 2 0,-5-6 0,165-6 0,-218-1-1365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0T18:33:49.293"/>
    </inkml:context>
    <inkml:brush xml:id="br0">
      <inkml:brushProperty name="width" value="0.35" units="cm"/>
      <inkml:brushProperty name="height" value="0.35" units="cm"/>
      <inkml:brushProperty name="color" value="#1F1F1F"/>
    </inkml:brush>
  </inkml:definitions>
  <inkml:trace contextRef="#ctx0" brushRef="#br0">5701 659 24575,'-23'2'0,"1"0"0,-41 10 0,39-7 0,0-1 0,-29 2 0,-47-6 0,51-1 0,-1 2 0,-64 10 0,4 2 0,0-5 0,-175-8 0,113-3 0,-768-29-2478,32 4 2270,830 24 22,-152-26-1,93 9 1840,76 16-883,-97 4 1,104 3-816,1-3 0,-88-11 0,-282-47 45,217 39 0,20 3 0,56 8 0,41 5 0,9-10 0,59 9 0,-1 1 0,-34-3 0,-270 7 0,153 1 0,144-5 0,41-4 0,47-7 0,354 10 0,-224 8 0,3975-4 0,-4157 1 0,-3 0 0,-1 0 0,1-1 0,-1 1 0,1 1 0,0-1 0,-1 0 0,1 1 0,-1 0 0,1 0 0,-1 0 0,0 0 0,1 0 0,-1 1 0,5 2 0,-8-3 0,0-1 0,0 0 0,0 1 0,0-1 0,0 1 0,0-1 0,0 0 0,0 1 0,0-1 0,0 1 0,0-1 0,0 0 0,-1 1 0,1-1 0,0 0 0,0 1 0,0-1 0,-1 0 0,1 1 0,0-1 0,0 0 0,-1 1 0,1-1 0,0 0 0,-1 0 0,1 1 0,0-1 0,-1 0 0,1 0 0,0 0 0,-1 1 0,1-1 0,0 0 0,-1 0 0,1 0 0,-1 0 0,1 0 0,0 0 0,-1 0 0,1 0 0,-1 0 0,1 0 0,0 0 0,-1 0 0,-21 4 0,-68 3 0,-135-8 0,87-2 0,-608-60-966,499 33 991,-978-165-25,903 152 0,-17-3 0,249 30 0,-151-7 0,-93 20 0,309 3 0,-240-15-104,-2 1 916,228 14-604,31 0-191,29 1-9,30-1-463,0 4 0,56 10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0T18:33:58.105"/>
    </inkml:context>
    <inkml:brush xml:id="br0">
      <inkml:brushProperty name="width" value="0.35" units="cm"/>
      <inkml:brushProperty name="height" value="0.35" units="cm"/>
      <inkml:brushProperty name="color" value="#1F1F1F"/>
    </inkml:brush>
  </inkml:definitions>
  <inkml:trace contextRef="#ctx0" brushRef="#br0">1223 1086 24575,'35'-2'0,"65"-12"0,-64 8 0,62-3 0,-75 9 0,18 1 0,0-2 0,-1-2 0,0-2 0,64-14 0,-63 8 0,1 2 0,1 2 0,63-2 0,132 10 0,-92 1 0,476-2 0,-594 2 0,0 1 0,39 8 0,-36-5 0,53 4 0,-50-9 0,-1 1 0,61 13 0,-44-8 0,0-1 0,0-3 0,97-5 0,-37-1 0,9 2 0,140 3 0,-146 13 0,-75-9 0,61 3 0,618-10 0,-816 1-68,-595-18-659,338 1 727,62 4 0,124 1-13,-494-20-138,148 15-1044,-470 3 1195,610 17 0,-580-3 1756,952 0-1680,-29-1 192,33 1-266,-1 0 0,0 0 0,0 0 0,0 0 0,0 0 0,0 0 0,0 0 0,0 0 0,0-1 0,0 1 0,0 0 0,1-1 0,-1 1 0,0 0 0,0-1 0,0 1 0,0-1 0,1 0 0,-1 1 0,0-1 0,1 1 0,-1-1 0,0 0 0,1 0 0,-1 1 0,0-2 0,3 0-2,0 0 0,0 1 0,0-1 0,1 1 0,-1-1 0,0 1 0,0 0 0,1 0 0,-1 0 0,1 0 0,-1 0 0,5 0 0,2-2 0,18-6 0,1 1 0,0 2 0,1 1 0,-1 1 0,35 0 0,37-6 0,9-1 0,214 8 0,-161 6 0,346-1-1178,576-5-2010,-112-69 151,-506 28 3154,-383 36 462,-1-4 1,133-36 0,-142 29 2181,107-13-1,-155 31-2735,-20 1-25,0 0 0,0 0 0,0 0 1,0-1-1,-1 1 0,1-1 0,0 0 0,0-1 0,0 1 0,-1-1 0,1 0 0,7-4 0,-12 5 0,0 0 0,-1 0 0,1 1 0,0-1 0,0 0 0,-1 0 0,1 1 0,0-1 0,-1 0 0,1 1 0,0-1 0,-1 1 0,1-1 0,-1 0 0,0 1 0,1-1 0,-1 1 0,1-1 0,-1 1 0,0 0 0,1-1 0,-1 1 0,0-1 0,1 1 0,-1 0 0,0 0 0,0-1 0,1 1 0,-1 0 0,-1 0 0,-25-10 0,-12 1 0,0 2 0,-1 1 0,-64 0 0,7 0 0,-388-46-936,223 32 39,-296 16-1,1471 3 3613,-447 3-2699,-466-2-16,0 0 0,0 0 0,1 0 0,-1 0 0,0 0 0,0 0 0,0 1 0,0-1 0,0 0 0,1 0 0,-1 0 0,0 0 0,0 0 0,0 0 0,0 0 0,1 0 0,-1 0 0,0 0 0,0 0 0,0 0 0,0 0 0,1 0 0,-1 0 0,0 0 0,0 0 0,0 0 0,1 0 0,-1 0 0,0 0 0,0 0 0,0 0 0,0 0 0,0 0 0,1-1 0,-1 1 0,0 0 0,0 0 0,0 0 0,0 0 0,0 0 0,0 0 0,1-1 0,-1 1 0,0 0 0,0 0 0,0 0 0,0 0 0,0 0 0,0-1 0,0 1 0,0 0 0,0 0 0,0 0 0,0 0 0,0-1 0,0 1 0,0 0 0,0 0 0,0 0 0,0-1 0,0 1 0,-13-8 0,-25-5 0,-38-1 0,-1 3 0,0 4 0,-116 4 0,24 1 0,-141-27-149,-31-1-402,-384 29 551,399 3 0,2292-2-191,-1931 0 161,1-1 0,-1-1 0,1-2 0,-1-2 0,0-1 0,0-2 0,37-15 0,-72 24 32,0 0 0,0 0 1,0 0-1,0 0 0,0 0 1,-1 0-1,1 0 0,0 0 1,0 0-1,0 0 0,0 0 1,0 0-1,0 0 0,0-1 1,0 1-1,0 0 0,0 0 1,0 0-1,0 0 0,0 0 1,0 0-1,0 0 0,0 0 1,0-1-1,0 1 0,0 0 1,0 0-1,0 0 0,0 0 1,0 0-1,0 0 0,0 0 1,0 0-1,0-1 0,0 1 1,0 0-1,0 0 0,0 0 1,0 0-1,0 0 0,0 0 1,0 0-1,0 0 0,0 0 1,0-1-1,0 1 0,1 0 1,-1 0-1,0 0 0,0 0 1,0 0-1,0 0 0,0 0 1,0 0-1,0 0 0,0 0 1,0 0-1,1 0 0,-1 0 1,0 0-1,0 0 0,0 0 1,0 0-1,0 0 0,0 0 1,0 0-1,1 0 0,-15-3 353,-18 1 221,-1409 4-624,1805 16 138,-163-4-90,20 2 0,-134-8 0,167-6 0,22 0 0,-259 0 0,0 1 0,0 0 0,-1 1 0,1 1 0,-1 0 0,0 1 0,16 9 0,-5 0 0,0 2 0,45 37 0,126 94 0,-81-62 0,-64-56 0,-46-27 0,1 1 0,0 0 0,-1 0 0,0 0 0,0 1 0,0 1 0,0-1 0,-1 1 0,11 12 0,-13-13 0,0 0 0,-1-1 0,2 0 0,-1 0 0,0 0 0,1-1 0,0 0 0,-1 0 0,1 0 0,1 0 0,-1-1 0,0 1 0,10 2 0,2-2 0,-1 0 0,1-1 0,22-1 0,-20 0 0,0 0 0,29 6 0,-10 1 0,0-3 0,0 0 0,0-3 0,0-1 0,52-6 0,-77 4 0,-1-1 0,0 0 0,0-1 0,0 0 0,-1-1 0,19-8 0,-24 9 0,0 0 0,-1-1 0,1 0 0,-1 0 0,1-1 0,-1 0 0,0 0 0,-1 0 0,1 0 0,-1-1 0,0 1 0,5-12 0,13-24 0,-15 31 0,-1-1 0,0 0 0,-1 0 0,-1 0 0,0-1 0,0 1 0,-1-1 0,0 0 0,1-17 0,-3 19 0,0 1 0,-1-1 0,0 0 0,0 1 0,-1-1 0,0 1 0,-1-1 0,0 1 0,0-1 0,-1 1 0,-1 0 0,1 0 0,-1 0 0,-1 1 0,0-1 0,-8-10 0,-7-11 0,-21-40 0,28 45 0,-1 1 0,-1 0 0,-21-25 0,31 42 0,-1-1 0,2-1 0,-1 1 0,-4-11 0,7 13 0,0 0 0,-1 0 0,1 1 0,-2-1 0,1 1 0,0 0 0,-1 0 0,0 0 0,0 0 0,-1 1 0,-6-6 0,11 10 0,-1 0 0,1 1 0,-1-1 0,0 0 0,1 0 0,-1 0 0,0 1 0,1-1 0,-1 0 0,1 1 0,-1-1 0,1 1 0,-1-1 0,1 1 0,-1-1 0,1 1 0,-1-1 0,1 1 0,0-1 0,-1 1 0,1-1 0,0 1 0,0-1 0,-1 1 0,1 0 0,0-1 0,0 1 0,0 0 0,0-1 0,0 1 0,-1 0 0,1-1 0,0 1 0,1 0 0,-1-1 0,0 1 0,0 0 0,0 0 0,-2 33 0,2-33 0,-1 44 0,2-1 0,1 1 0,16 80 0,-12-87 0,-6-33 0,0 1 0,0 0 0,1-1 0,0 1 0,0-1 0,0 1 0,1-1 0,0 0 0,0 1 0,0-1 0,1 0 0,0-1 0,3 6 0,-5-9 0,-1 0 0,1-1 0,-1 1 0,1-1 0,-1 1 0,1-1 0,0 0 0,-1 1 0,1-1 0,-1 1 0,1-1 0,0 0 0,0 0 0,-1 1 0,1-1 0,0 0 0,-1 0 0,1 0 0,0 0 0,0 0 0,-1 0 0,1 0 0,0 0 0,-1 0 0,1 0 0,0 0 0,0-1 0,-1 1 0,1 0 0,0 0 0,-1-1 0,1 1 0,0 0 0,-1-1 0,1 1 0,-1-1 0,1 1 0,0-1 0,-1 1 0,1-1 0,-1 1 0,0-1 0,1 1 0,-1-1 0,1 0 0,-1 1 0,0-1 0,0 0 0,1 1 0,-1-1 0,0 0 0,0 0 0,0 1 0,1-2 0,10-46 0,-10 42 0,57-351 0,-55 337 0,0 1 0,2 0 0,0-1 0,13-30 0,-18 49 0,1 0 0,-1 1 0,0-1 0,0 1 0,1-1 0,-1 1 0,0-1 0,1 1 0,-1-1 0,1 1 0,-1-1 0,1 1 0,-1-1 0,1 1 0,-1 0 0,1-1 0,-1 1 0,1 0 0,-1 0 0,1-1 0,-1 1 0,1 0 0,0 0 0,-1 0 0,1 0 0,-1-1 0,1 1 0,0 0 0,-1 0 0,1 0 0,0 0 0,0 1 0,18 14 0,7 30 0,-14-10 0,-1 0 0,-1 0 0,-2 1 0,-1 0 0,2 66 0,12 17-1365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0T18:34:00.103"/>
    </inkml:context>
    <inkml:brush xml:id="br0">
      <inkml:brushProperty name="width" value="0.35" units="cm"/>
      <inkml:brushProperty name="height" value="0.35" units="cm"/>
      <inkml:brushProperty name="color" value="#1F1F1F"/>
    </inkml:brush>
  </inkml:definitions>
  <inkml:trace contextRef="#ctx0" brushRef="#br0">4963 1 24575,'-2'116'0,"5"129"0,11-135 0,-7-64 0,3 67 0,-8-29 0,-6 158 0,3-231 0,0 0 0,-1-1 0,0 1 0,-1 0 0,0-1 0,0 0 0,-1 0 0,-1 0 0,1 0 0,-2-1 0,1 0 0,-1 0 0,-1 0 0,-7 8 0,-30 29 0,32-33 0,1-1 0,-1 0 0,-24 18 0,19-18 0,-2-1 0,1-1 0,-1 0 0,-1-1 0,0-1 0,0-1 0,-30 6 0,-44 9 0,-1-4 0,-1-4 0,-100 1 0,-1582-14-2034,765-4 1677,898-2 385,-174-31 0,75 6-944,-24-5 528,-129-10 602,346 45 165,-42-3 273,60 3-610,0 0 0,-1-1 0,1 0 0,0 1 0,-1-1 0,1-1 0,0 1 0,0 0 0,0-1 0,0 1 0,0-1 0,0 0 0,-4-4 0,6 5 7,1 0 0,0 0-1,0 0 1,0 0 0,0 0-1,0-1 1,0 1 0,0 0-1,0 0 1,0 0-1,0 0 1,1 0 0,-1 0-1,0 0 1,1 0 0,-1 0-1,1 0 1,-1 0 0,1 0-1,-1 0 1,1 0-1,0 1 1,0-1 0,-1 0-1,1 0 1,0 1 0,0-1-1,0 0 1,0 1-1,0-1 1,0 1 0,0-1-1,1 0 1,40-24 110,-38 23-166,30-16 7,1 3 0,0 0 0,0 2 0,68-14 0,-89 24-26,86-19-239,1 3 0,104-4 0,429 20-1196,-341 5 1096,190 14 365,-11-1 0,185-16 2647,-2443 1-5269,1730 0-2947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0T18:25:47.348"/>
    </inkml:context>
    <inkml:brush xml:id="br0">
      <inkml:brushProperty name="width" value="0.35" units="cm"/>
      <inkml:brushProperty name="height" value="0.35" units="cm"/>
      <inkml:brushProperty name="color" value="#1C1C1C"/>
    </inkml:brush>
  </inkml:definitions>
  <inkml:trace contextRef="#ctx0" brushRef="#br0">189 165 24575,'-180'0'0,"171"-3"0,16-3 0,16-5 0,38-4 0,1 3 0,0 3 0,69-2 0,193 11 0,-159 2 0,2448-2 0,-2581-2 0,0-1 0,38-9 0,-34 6 0,54-4 0,-56 7 0,65-14 0,-37 5 0,4-3 0,-46 9 0,1 2 0,35-4 0,40 6-1365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0T18:25:48.608"/>
    </inkml:context>
    <inkml:brush xml:id="br0">
      <inkml:brushProperty name="width" value="0.35" units="cm"/>
      <inkml:brushProperty name="height" value="0.35" units="cm"/>
      <inkml:brushProperty name="color" value="#1C1C1C"/>
    </inkml:brush>
  </inkml:definitions>
  <inkml:trace contextRef="#ctx0" brushRef="#br0">5075 69 24575,'-1'1'0,"1"1"0,-1-1 0,1 1 0,-1-1 0,0 1 0,0-1 0,0 0 0,0 1 0,0-1 0,0 0 0,0 0 0,0 1 0,0-1 0,-1 0 0,1 0 0,0-1 0,-3 2 0,-27 16 0,30-17 0,-16 5 0,1 0 0,-1-1 0,0 0 0,-19 2 0,-3 1 0,-2-1 0,-1-1 0,-67 0 0,57-4 0,-54 8 0,21 1 0,-102 1 0,-89-13 0,92-2 0,-563 3 0,727-1 0,0-1 0,0-1 0,-24-7 0,20 4 0,-42-4 0,22 8 0,-87-10 0,12-2 0,-25-5 0,-59-13 0,120 21 0,-1 3 0,1 4 0,-91 7 0,34-1 0,93-5 0,0-2 0,-92-21 0,91 15 0,-1 2 0,-76-5 0,-550 14 0,307 2 0,214-2-1365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0T18:25:50.305"/>
    </inkml:context>
    <inkml:brush xml:id="br0">
      <inkml:brushProperty name="width" value="0.35" units="cm"/>
      <inkml:brushProperty name="height" value="0.35" units="cm"/>
      <inkml:brushProperty name="color" value="#1C1C1C"/>
    </inkml:brush>
  </inkml:definitions>
  <inkml:trace contextRef="#ctx0" brushRef="#br0">0 67 24575,'39'0'0,"-1"-1"0,1-3 0,53-10 0,-40 5 0,1 4 0,0 1 0,95 6 0,-41 1 0,447-3 0,-534-1 0,1-2 0,-1 0 0,24-6 0,-20 3 0,43-4 0,239 8 0,-157 4 0,-123-1 0,0 2 0,48 11 0,-4 0 0,3-1 0,-34-5 0,76 4 0,435-11 0,-253-3 0,-276 3 0,-1 1 0,1 1 0,22 7 0,-19-4 0,43 4 0,305-7 0,-191-6 0,-88 5 0,106-4 0,-175-2 0,39-10 0,-15 2 0,4 0 0,-21 5 0,44-6 0,-57 11-455,0-1 0,31-9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0T18:25:51.130"/>
    </inkml:context>
    <inkml:brush xml:id="br0">
      <inkml:brushProperty name="width" value="0.35" units="cm"/>
      <inkml:brushProperty name="height" value="0.35" units="cm"/>
      <inkml:brushProperty name="color" value="#1C1C1C"/>
    </inkml:brush>
  </inkml:definitions>
  <inkml:trace contextRef="#ctx0" brushRef="#br0">1 0 24575,'0'0'-8191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0T18:25:51.673"/>
    </inkml:context>
    <inkml:brush xml:id="br0">
      <inkml:brushProperty name="width" value="0.35" units="cm"/>
      <inkml:brushProperty name="height" value="0.35" units="cm"/>
      <inkml:brushProperty name="color" value="#1C1C1C"/>
    </inkml:brush>
  </inkml:definitions>
  <inkml:trace contextRef="#ctx0" brushRef="#br0">1 0 24575,'5'0'0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0T18:25:52.205"/>
    </inkml:context>
    <inkml:brush xml:id="br0">
      <inkml:brushProperty name="width" value="0.35" units="cm"/>
      <inkml:brushProperty name="height" value="0.35" units="cm"/>
      <inkml:brushProperty name="color" value="#1C1C1C"/>
    </inkml:brush>
  </inkml:definitions>
  <inkml:trace contextRef="#ctx0" brushRef="#br0">3355 233 24575,'-5'0'0,"0"-1"0,0 0 0,0 0 0,0 0 0,0-1 0,-5-2 0,-21-5 0,-35 1 0,-113 1 0,-42-4 0,-51-16-474,116 13 271,-151 0-839,185 12 198,-180-25 0,-60-24 844,325 47 0,-112-8 1384,-191 10-1,153 5-743,162-4-640,0-1 0,1-1 0,-44-11 0,22 7 0,0 1 0,0 3 0,-1 1 0,-50 5 0,1 0 0,32-3-1365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0T18:25:53.184"/>
    </inkml:context>
    <inkml:brush xml:id="br0">
      <inkml:brushProperty name="width" value="0.35" units="cm"/>
      <inkml:brushProperty name="height" value="0.35" units="cm"/>
      <inkml:brushProperty name="color" value="#1C1C1C"/>
    </inkml:brush>
  </inkml:definitions>
  <inkml:trace contextRef="#ctx0" brushRef="#br0">511 1 24575,'280'0'0,"-280"0"0,0 0 0,0 0 0,0 0 0,0 0 0,0 0 0,0 0 0,0 0 0,0 0 0,0 0 0,0 0 0,0 0 0,0 0 0,0 0 0,0 0 0,0 1 0,0-1 0,-1 0 0,2 0 0,-1 0 0,0 0 0,0 0 0,0 0 0,0 0 0,0 0 0,0 0 0,0 0 0,0 0 0,0 0 0,0 0 0,0 1 0,0-1 0,0 0 0,0 0 0,0 0 0,0 0 0,0 0 0,0 0 0,0 0 0,0 0 0,0 0 0,0 0 0,0 0 0,0 0 0,0 0 0,1 0 0,-1 0 0,0 0 0,0 0 0,0 0 0,-12 6 0,-20 5 0,-26-2 0,-1-3 0,0-3 0,-89-6 0,41 1 0,-209 2 0,846 0 0,-523 3 0,-15 4 0,-14 4 0,22-11 0,-49 29 0,39-22 0,-1-1 0,1 0 0,-1 0 0,0-1 0,-15 4 0,8-4 0,-18 6 0,0-3 0,0 0 0,-65 3 0,81-11 0,24 0 0,35-1 0,-39 1 0,8 0 0,0-1 0,-1 1 0,1 1 0,0 0 0,0 0 0,0 0 0,-1 1 0,1 0 0,9 4 0,-17-6 0,1 1 0,-1-1 0,1 0 0,0 0 0,-1 1 0,1-1 0,-1 0 0,1 1 0,-1-1 0,1 0 0,-1 1 0,0-1 0,1 1 0,-1-1 0,1 1 0,-1-1 0,0 1 0,1-1 0,-1 1 0,0-1 0,0 1 0,1 0 0,-1-1 0,0 1 0,0-1 0,0 1 0,0 0 0,0-1 0,0 1 0,0 0 0,0-1 0,0 1 0,0-1 0,0 1 0,0 0 0,0-1 0,-1 1 0,1-1 0,0 1 0,0-1 0,-1 1 0,1 0 0,0-1 0,-1 1 0,1-1 0,0 1 0,-1-1 0,1 0 0,-1 1 0,1-1 0,-1 1 0,1-1 0,-1 0 0,1 1 0,-1-1 0,1 0 0,-2 1 0,-3 2 0,0-1 0,0 1 0,0-1 0,0 0 0,-7 1 0,-14 2 0,-39 1 0,351-9-23,-195 3-1319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0T18:34:28.949"/>
    </inkml:context>
    <inkml:brush xml:id="br0">
      <inkml:brushProperty name="width" value="0.35" units="cm"/>
      <inkml:brushProperty name="height" value="0.35" units="cm"/>
      <inkml:brushProperty name="color" value="#1F1F1F"/>
    </inkml:brush>
  </inkml:definitions>
  <inkml:trace contextRef="#ctx0" brushRef="#br0">1 302 24575,'27'-1'0,"1"0"0,0-2 0,48-11 0,-51 9 0,0 2 0,47-1 0,-49 4 0,0-1 0,1-1 0,33-8 0,5-5 0,0 3 0,0 3 0,1 2 0,89 2 0,-117 5 0,0 2 0,1 1 0,49 11 0,-54-8 0,0-2 0,0-2 0,54-1 0,-52-2 0,0 2 0,-1 0 0,39 9 0,6 8 0,-46-9 0,0-1 0,1-2 0,-1-2 0,34 1 0,132 10 0,-4-1 0,12 1 0,-10 0 0,8 0 0,13 0 0,8-1 0,14 1 0,1393-16 0,-1569-2 0,72-13 0,-42 4 0,-7 0 0,-40 4 0,55-1 0,-57 6 0,48-9 0,-50 6 0,60-3 0,-96 9 0,40 1 0,1-2 0,0-2 0,-1-2 0,73-18 0,-75 13 0,0 2 0,0 2 0,1 2 0,0 1 0,50 5 0,-83-2 0,21-2 0,0-1 0,46-10 0,-11 2 0,-38 5 0,0-1 0,0-2 0,-1 0 0,0-2 0,30-17 0,-10 16 0,-43 11 0,0 1 0,0-1 0,0 0 0,1 0 0,-1 0 0,0-1 0,0 0 0,-1 0 0,1 0 0,0-1 0,-1 0 0,1 1 0,-1-1 0,6-6 0,-10 9 0,0-1 0,0 0 0,1 1 0,-1-1 0,0 0 0,0 0 0,0 1 0,0-1 0,0 0 0,0 0 0,0 1 0,0-1 0,0 0 0,0 0 0,0 1 0,-1-1 0,1 0 0,0 0 0,0 1 0,-1-1 0,1 0 0,0 1 0,-1-1 0,1 0 0,-1 1 0,1-1 0,-1 1 0,1-1 0,-1 1 0,0-1 0,1 1 0,-1-1 0,1 1 0,-1 0 0,0-1 0,1 1 0,-1 0 0,0-1 0,0 1 0,1 0 0,-1 0 0,0 0 0,-1 0 0,-34-9 0,-35 3 0,-129 7 0,73 2 0,-741-3 0,681 16 0,3 1 0,-1864-17 0,942-2 0,1073 0 0,1-1 0,-44-10 0,7 0 0,4 2 0,22 3 0,-87-4 0,-50 15 0,-147-5 0,116-28 0,149 19 0,0 2 0,-84-1 0,41 11 0,99-1 52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0T18:34:32.335"/>
    </inkml:context>
    <inkml:brush xml:id="br0">
      <inkml:brushProperty name="width" value="0.35" units="cm"/>
      <inkml:brushProperty name="height" value="0.35" units="cm"/>
      <inkml:brushProperty name="color" value="#1F1F1F"/>
    </inkml:brush>
  </inkml:definitions>
  <inkml:trace contextRef="#ctx0" brushRef="#br0">977 362 24575,'53'2'0,"62"11"0,40 2 0,796-13 0,-461-5 0,1602 3 0,-2059-1 0,1-3 0,39-8 0,-4 0 0,2 0 0,-29 4 0,84-3 0,-78 7 0,-1-1 0,-1-2 0,77-23 0,-90 21 0,-27 7 0,1 0 0,-1-1 0,1 0 0,-1 0 0,0 0 0,-1-1 0,1 0 0,0 0 0,-1 0 0,0-1 0,0 0 0,-1 0 0,1 0 0,4-8 0,-7 11 0,0-1 0,-1 1 0,0-1 0,1 0 0,-1 1 0,0-1 0,0 0 0,0 0 0,-1 0 0,1 1 0,-1-1 0,1 0 0,-1 0 0,0 0 0,0 0 0,-1 0 0,1 0 0,0 0 0,-1 0 0,0 1 0,0-1 0,0 0 0,0 0 0,0 1 0,0-1 0,-1 1 0,1-1 0,-1 1 0,1-1 0,-1 1 0,0 0 0,0 0 0,0 0 0,-1 0 0,-2-2 0,-7-5 0,-1 1 0,0 0 0,0 1 0,-1 0 0,0 1 0,0 1 0,-1 0 0,-17-3 0,-14-1 0,-62-2 0,91 9 0,-82-11 0,59 7 0,-62-3 0,19 8 0,-163 4 0,197 3 0,-65 17 0,73-13 0,0-2 0,-73 5 0,61-9 0,0 3 0,0 2 0,-71 22 0,-13 3 0,120-31 0,-34 8 0,0-2 0,-94 3 0,92-12 0,0 1 0,-82 14 0,65-6 0,1-3 0,-1-3 0,-70-6 0,11 0 0,-2382 3 0,2489-1 0,-1-1 0,-39-10 0,38 7 0,0 0 0,-29 0 0,9 4 0,9 1 0,0-2 0,0-1 0,-38-8 0,7-1 0,96 15 0,54-4 0,-46 0 0,62 5 0,307 25-608,3-31-401,-142-1 717,903 3-18,-1105 4 1392,130 23-1,-131-15-1053,129 6 0,-17-3-28,4 0 0,-165-15 0,53 0 0,-1-2 0,91-16 0,-93 10 0,1 2 0,128 7 0,-76 1 0,-112-2 0,-3-1 0,0 1 0,-1 0 0,1 0 0,0 0 0,0 0 0,0 1 0,-1 0 0,1-1 0,0 1 0,-1 1 0,1-1 0,0 0 0,5 4 0,-9-4 0,0 0 0,0-1 0,0 1 0,0-1 0,-1 1 0,1-1 0,0 1 0,0-1 0,-1 1 0,1-1 0,0 1 0,-1-1 0,1 0 0,-1 1 0,1-1 0,0 0 0,-1 1 0,1-1 0,-1 0 0,1 1 0,-1-1 0,1 0 0,-1 0 0,1 1 0,-1-1 0,1 0 0,-1 0 0,0 0 0,1 0 0,-1 0 0,1 0 0,-1 0 0,-30 10 0,22-8 0,-17 6 0,0-1 0,0-1 0,-1-2 0,-41 2 0,-113-8 0,71-1 0,-34-1 0,1-6 0,-229-46 0,281 43 0,-1 4 0,0 4 0,-112 9 0,37-1 0,74-1 0,46 0 0,1-1 0,-1-3 0,1-1 0,0-3 0,-47-11 0,120 12 0,22 2 0,1310 4 0,-1309 2 0,63 10 0,35 2 0,-114-15 0,0 2 0,1 2 0,35 7 0,-20-3 0,-1-2 0,1-2 0,0-3 0,55-5 0,10 1 0,618 3 0,-714 1 0,0 1 0,-1 1 0,23 5 0,42 7 0,94 14-1365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0T18:34:34.564"/>
    </inkml:context>
    <inkml:brush xml:id="br0">
      <inkml:brushProperty name="width" value="0.35" units="cm"/>
      <inkml:brushProperty name="height" value="0.35" units="cm"/>
      <inkml:brushProperty name="color" value="#1F1F1F"/>
    </inkml:brush>
  </inkml:definitions>
  <inkml:trace contextRef="#ctx0" brushRef="#br0">5855 2302 24575,'1'-81'0,"-4"-105"0,1 155 0,-2-1 0,-1 1 0,-18-57 0,-14-48 0,-4-10 0,-60-164 0,84 264 0,-3 0 0,-1 1 0,-2 1 0,-38-52 0,41 64 0,1-2 0,-15-39 0,8 18 0,12 21 0,1 0 0,-13-55 0,17 53 0,-1 0 0,-23-48 0,-19-32 0,-29-55 0,62 129 0,18 36 0,-1 1 0,0 0 0,0 0 0,0 0 0,-1 0 0,0 0 0,0 0 0,0 0 0,0 1 0,-1 0 0,0-1 0,0 1 0,0 1 0,0-1 0,-1 1 0,1-1 0,-1 1 0,-6-3 0,-27-8 0,0 2 0,-1 1 0,-58-8 0,69 16-9,0 1 1,-1 1-1,1 2 0,0 1 0,-1 1 0,1 1 0,0 2 0,-43 14 1,-19 13-290,-103 53 1,109-46 286,-480 242-1910,-120 53 2079,619-306-634,-76 46-1,110-55 573,1 0 0,1 2 0,1 2 0,-34 35 0,28-19 1235,29-32-1225,0-1 0,-1 0 0,1 0 0,-2 0 0,1-1 0,-1 0 0,0 0 0,0-1 0,0 0 0,-1 0 0,0-1 0,0 0 0,0 0 0,-10 3 0,-106 25-106,-202 28 0,-90-53 0,234-10 0,-1034 3 0,1197 0 0,-1 0 0,1 1 0,-1 2 0,1-1 0,-31 10 0,49-12 0,1 0 0,0 0 0,0 0 0,0 0 0,0 0 0,0 0 0,-1 0 0,1 0 0,0 0 0,0 0 0,0 0 0,0 0 0,-1 0 0,1 0 0,0 0 0,0 0 0,0 0 0,0 0 0,-1 0 0,1 0 0,0 0 0,0 1 0,0-1 0,0 0 0,0 0 0,0 0 0,-1 0 0,1 0 0,0 0 0,0 0 0,0 1 0,0-1 0,0 0 0,0 0 0,0 0 0,0 0 0,0 0 0,0 1 0,0-1 0,-1 0 0,1 0 0,0 0 0,0 0 0,0 1 0,0-1 0,0 0 0,0 0 0,0 0 0,1 0 0,-1 1 0,0-1 0,0 0 0,0 0 0,0 0 0,0 0 0,0 1 0,13 2 0,19 1 0,162-3-15,-94-3-209,0 4-1,129 21 1,549 131-3019,88-27 2332,-707-110-265,125 9 700,131 17-148,-48-15 1125,-123-28 4175,-404 0-2680,-239 11-2051,282 2 55,-62 6 0,-206-3 0,743-14-513,185 7-1717,-118 10 2097,266 22-611,-595-34 577,-49-4 561,74 13-1,-108-1 1514,-58-8-822,-501-4-1077,272-5-8,79 4 0,-217-5 0,160-27 0,418 33 0,97 7 0,56 18 0,-144-15 0,35-7 0,-256-9 0,0-2 0,-69-16 0,-54-7 0,-19-3 0,310 28 0,646 4 0,-757-1 0,0 0 0,0 1 0,0 0 0,0 1 0,0 1 0,0 0 0,0 0 0,17 8 0,-35-9 0,0 0 0,1-1 0,-1 0 0,0 0 0,-9 0 0,-261 16 0,118-5 0,-181-11 0,209-2 0,397-2 0,288 6 0,-273 27 0,-599-32 0,164 3 0,91 2 0,1 3 0,-68 16 0,61-10 0,-85 5 0,143-16 0,-1-2 0,1 2 0,-1-1 0,1 2 0,-1-1 0,1 2 0,-1 0 0,-16 6 0,27-5 0,9-1 0,12 0 0,198 16 0,-102-8 0,218-7 0,-166-7 0,-103 3-1365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0T18:34:35.833"/>
    </inkml:context>
    <inkml:brush xml:id="br0">
      <inkml:brushProperty name="width" value="0.35" units="cm"/>
      <inkml:brushProperty name="height" value="0.35" units="cm"/>
      <inkml:brushProperty name="color" value="#1F1F1F"/>
    </inkml:brush>
  </inkml:definitions>
  <inkml:trace contextRef="#ctx0" brushRef="#br0">3486 599 24575,'-1227'0'0,"962"-15"0,18 0 0,119 13-829,-429-13 535,212 7 198,48 3-76,168-10 337,-15 0 1061,193-3-1226,31 8-2,0 5-1,123 5 1,-81 3-118,-93-3 8,1208-18-4368,-360 6 3858,-703 13 4273,-610 0-2229,-448-3-4024,-291-94 634,740 13 1566,426 82 504,1 0 15,1 0 0,0 0-1,0-1 1,0 1 0,-16-12 1198,24 13-1294,10-5 689,18 1 142,468 1-293,-261 5-1912,470 31-986,-257-7 2264,-335-21 403,993 22 194,-1163-28 3393,-125-17-3816,95 2-99,36 6 0,-88-6 0,58 10 0,-85-18 0,94 11 0,-132-5 0,160 19 0,72 0 0,328-17-380,-21 1 36,237 16 344,-537-5 212,-27-2-16,-25-2 0,-24-2-161,-52-17-234,-1 5 0,0 4-1,-104-6 1,-236-4-309,-266-6-538,13 35 608,82 0 3312,695-1-2874,140 18 0,-195-13-1365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0T18:46:48.752"/>
    </inkml:context>
    <inkml:brush xml:id="br0">
      <inkml:brushProperty name="width" value="0.35" units="cm"/>
      <inkml:brushProperty name="height" value="0.35" units="cm"/>
      <inkml:brushProperty name="color" value="#1F1F1F"/>
    </inkml:brush>
  </inkml:definitions>
  <inkml:trace contextRef="#ctx0" brushRef="#br0">1621 1963 24575,'-6'9'0,"0"1"0,1-1 0,1 1 0,-1 0 0,2 1 0,-1-1 0,1 1 0,1-1 0,-2 13 0,4-22 0,0-1 0,0 1 0,0-1 0,0 0 0,-1 0 0,1 1 0,0-1 0,0 0 0,0 0 0,0 1 0,0-1 0,0 0 0,0 0 0,0 1 0,0-1 0,0 0 0,0 1 0,0-1 0,0 0 0,0 0 0,0 1 0,0-1 0,0 0 0,1 1 0,-1-1 0,0 0 0,0 0 0,0 0 0,0 1 0,0-1 0,1 0 0,-1 0 0,0 1 0,0-1 0,0 0 0,1 0 0,-1 0 0,0 0 0,0 1 0,1-1 0,11-6 0,11-15 0,-17 11 0,0 0 0,-1 0 0,0-1 0,-1 0 0,0 0 0,-1 0 0,0 0 0,-1 0 0,0-1 0,1-12 0,-1-25 0,-4-53 0,0 48 0,3-104 0,-5-116 0,-15 157 0,5 37 0,103 554-2280,-46-264 1590,157 527-2517,-153-584 2239,13 47-87,206 698-2805,28 190 590,87 310 2252,-255-973 1173,157 638 1860,-278-1035-1781,-3-13 90,1-1 0,0 1 1,1-1-1,11 25 0,-15-39-301,0 0 0,0 1 0,0-1-1,0 1 1,0-1 0,0 1-1,1-1 1,-1 0 0,0 1 0,0-1-1,1 1 1,-1-1 0,0 0 0,0 1-1,1-1 1,-1 0 0,0 1-1,1-1 1,-1 0 0,1 0 0,-1 1-1,0-1 1,1 0 0,-1 0 0,1 0-1,-1 1 1,1-1 0,-1 0-1,1 0 1,-1 0 0,0 0 0,1 0-1,-1 0 1,1 0 0,-1 0 0,1 0-1,-1 0 1,1 0 0,-1 0 0,1-1-1,-1 1 1,0 0 0,1 0-1,-1 0 1,1-1 0,-1 1 0,0 0-1,1 0 1,-1-1 0,0 1 0,1 0-1,-1-1 1,0 1 0,1-1-1,13-25 694,-1-13 33,-1 0-1,11-72 1,-8 28-46,30-119 828,59-301-1368,101-488-2828,-111 586 1884,57-221-1083,48-180 788,-70-13 324,-44-1293 847,-85 2018 208,-3-96 2474,3 188-2695,0-1-1,0 1 1,0 0 0,0-1-1,-1 1 1,1 0-1,-1 0 1,1-1-1,-1 1 1,0 0-1,0 0 1,0 0-1,0 0 1,-1 0 0,1 0-1,0 0 1,-1 0-1,1 1 1,-3-3-1,2 3-7,1 1 0,-1-1-1,0 1 1,0-1 0,1 1 0,-1-1-1,0 1 1,0 0 0,1 0-1,-1 0 1,0 0 0,0 0 0,0 0-1,1 1 1,-1-1 0,0 1-1,1-1 1,-1 1 0,-2 0 0,-9 6 286,1 0 0,0 1 0,0 0 0,-19 17 1,30-24-353,-52 46 759,2 3 0,-60 77-1,-77 125-1902,153-204 1031,-62 97-842,7 4-1,-126 283 1,-77 347-1082,-8 320-507,249-886 2389,-4 22 899,11 2 1,9 1-1,-5 335 0,42-512 2950,0-90-2489,15-186 1332,0 32-2729,52-598-2160,-27 393 423,104-2363-4469,-147 1961 8395,2 774-1652,-1-34 507,1 47-764,0 1 1,0 0-1,0 0 1,0 0-1,-1 0 1,1 0-1,-1 0 1,0 0-1,1 0 0,-1 0 1,0 0-1,0 0 1,0 0-1,-1 1 1,1-1-1,0 0 1,-3-2-1,3 4-54,1 0 0,-1 0 0,1 0 0,-1 0 0,0 0 1,0 0-1,1 0 0,-1 0 0,0 0 0,1 0 0,-1 0 0,0 0 0,1 0 0,-1 0 0,1 0 0,-1 1 0,0-1 1,1 0-1,-1 1 0,1-1 0,-1 0 0,0 1 0,1-1 0,-1 0 0,1 1 0,-1-1 0,1 1 0,0-1 1,-2 2-1,-12 19 661,1 6 2,1 0-1,-14 51 0,2-6-149,-96 280-1325,-33 87-1727,-224 674-1150,80 26 491,145-368 2592,99-479 437,-57 485 1413,50-370 1995,60-437-378,4-30-1889,79-415 942,3 43-2277,0-6-1959,27-287 994,43-329-658,-37 101 993,-74 600 615,-45 316 1155,0 37-804,0 0 1,0 0-1,0 0 0,0-1 1,0 1-1,0 0 1,0 0-1,0-1 0,0 1 1,0 0-1,0 0 0,0 0 1,0-1-1,0 1 0,0 0 1,0 0-1,-1 0 0,1-1 1,0 1-1,0 0 1,0 0-1,0 0 0,-1 0 1,1-1-1,0 1 0,0 0 1,0 0-1,0 0 0,-1 0 1,1 0-1,0 0 1,0 0-1,-1 0 0,1 0 1,0 0-1,0 0 0,0-1 1,-1 1-1,1 0 0,0 0 1,0 1-1,-1-1 0,1 0 1,0 0-1,0 0 1,0 0-1,-1 0 0,1 0 1,0 0-1,0 0 0,0 0 1,-1 0-1,1 0 0,0 1 1,0-1-1,0 0 0,-1 0 1,1 0-1,0 0 1,0 1-1,0-1 0,0 0 1,0 0-1,-6 8 219,1-1 0,0 1-1,0 0 1,1 0 0,0 1 0,-5 13-1,0 1 97,-104 249 1481,-126 379-4660,138-345 1602,-239 758-2421,-284 1326-1052,556-2078 4720,-338 1732 0,244-960-8,91-589 280,-7 244-3,58-249 6380,30-513-5707,18-49-146,-21 53-439,239-717 2396,-32-16-6298,-192 673 3354,325-1267-4694,-84-22 1547,-48-650 3266,-105 854 73,-85 927-1,132-1304 0,-21 390 264,-125 1066-114,13-148 330,24-123 3664,-45 378-3420,-1 39 95,-8 33 593,-22 124 1,-37 95 350,4-25-1562,-241 1096-4766,82-418 1900,47-246 3703,112-479-839,30-97 925,23-95 567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0T18:46:51.306"/>
    </inkml:context>
    <inkml:brush xml:id="br0">
      <inkml:brushProperty name="width" value="0.35" units="cm"/>
      <inkml:brushProperty name="height" value="0.35" units="cm"/>
      <inkml:brushProperty name="color" value="#1F1F1F"/>
    </inkml:brush>
  </inkml:definitions>
  <inkml:trace contextRef="#ctx0" brushRef="#br0">1 0 24575,'0'0'-8191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0T18:46:59.155"/>
    </inkml:context>
    <inkml:brush xml:id="br0">
      <inkml:brushProperty name="width" value="0.35" units="cm"/>
      <inkml:brushProperty name="height" value="0.35" units="cm"/>
      <inkml:brushProperty name="color" value="#1F1F1F"/>
    </inkml:brush>
  </inkml:definitions>
  <inkml:trace contextRef="#ctx0" brushRef="#br0">2254 3149 24575,'-3'0'0,"0"0"0,0 1 0,0-1 0,0 1 0,0 0 0,0 0 0,1 0 0,-1 0 0,0 0 0,0 1 0,1-1 0,-1 1 0,1 0 0,-1 0 0,1-1 0,0 2 0,0-1 0,0 0 0,0 0 0,0 1 0,0-1 0,1 1 0,-1-1 0,1 1 0,-1 0 0,1 0 0,0 0 0,0-1 0,1 1 0,-1 0 0,0 4 0,-2 13 0,0 0 0,1-1 0,2 36 0,1-31 0,2 598 0,-3-591 0,3 0 0,0 0 0,2 0 0,1-1 0,18 54 0,-15-55 0,-2 2 0,-1-1 0,-1 1 0,-1 0 0,-2 46 0,-2-136 0,11-306 0,13-548-1994,-27 603 1709,3 186 285,-6-1 0,-6 1 0,-30-138 0,11 113-33,-68-252-679,83 351 700,-3 1 0,-1 1-1,-3 1 1,-2 1 0,-55-78 0,72 112 19,-1 1 0,-1 1 0,0 0 0,0 0 0,0 1 0,-18-11 0,25 18 19,1 0 1,-1 1-1,0-1 1,0 1-1,0 0 0,0 0 1,0 0-1,0 0 0,-1 0 1,1 0-1,0 1 0,0 0 1,-1 0-1,1 0 0,0 0 1,0 0-1,-1 0 0,1 1 1,0 0-1,0 0 1,0 0-1,0 0 0,0 0 1,0 0-1,0 1 0,0-1 1,0 1-1,1 0 0,-1 0 1,0 0-1,1 0 0,0 1 1,-3 2-1,-6 9 69,1 0 1,1 0-1,1 0 0,0 1 1,-11 29-1,-24 90 461,24-70-459,-142 519-1869,124-423 42,-20 214-1,13 171 1222,27-292 585,-3 645 207,21-794 709,-1-99-862,0 7 283,0 1-1,1-1 0,5 24 1,-6-35-341,0 1 1,0-1 0,1 1-1,-1-1 1,0 1 0,1-1-1,-1 1 1,1-1 0,0 1-1,0-1 1,-1 1 0,1-1-1,0 0 1,0 0 0,0 1-1,1-1 1,-1 0 0,0 0 0,0 0-1,0 0 1,1 0 0,-1-1-1,1 1 1,-1 0 0,0 0-1,1-1 1,-1 1 0,1-1-1,-1 0 1,1 1 0,0-1-1,-1 0 1,1 0 0,-1 0-1,1 0 1,0 0 0,-1 0-1,1 0 1,-1-1 0,3 0 0,-1 0-31,0-1 0,0 0 0,0 1 1,0-1-1,0-1 0,-1 1 0,1 0 1,0-1-1,-1 1 0,0-1 0,0 0 1,1 0-1,1-4 0,23-47-104,-24 47 91,21-57-223,-4-2 0,-2 0 0,14-107 0,-29 151 233,66-293-39,-25 140-654,28-235 0,-27 132 596,38-245-152,-65 355 104,-3-192 1,-14 281 554,-5-83 1168,4 159-1585,0 1 0,-1-1-1,1 1 1,-1-1 0,1 1-1,-1-1 1,0 1 0,0-1 0,0 1-1,0 0 1,-2-3 0,3 5-29,-1-1 1,0 1 0,1-1 0,-1 1 0,1-1-1,-1 1 1,1-1 0,-1 1 0,0 0-1,1-1 1,-1 1 0,0 0 0,0 0 0,1 0-1,-1-1 1,0 1 0,1 0 0,-1 0-1,0 0 1,0 0 0,1 0 0,-1 0 0,0 0-1,-1 1 1,-2 1-5,-1 0-1,1 0 1,0 0-1,0 1 0,0 0 1,0 0-1,1 0 1,-1 0-1,1 1 1,-4 4-1,-7 9-42,2-1-1,0 2 0,1 0 1,1 0-1,0 1 1,-9 29-1,-33 128-442,28-86 388,-262 1126-1656,277-1156 1742,-21 113-62,-9 239-1,39-316-544,0-11 900,-18 144 0,15-216 5,-5 46 974,8-57-1211,0 0-1,-1-1 1,1 1-1,0 0 0,0 0 1,1 0-1,-1 0 0,0 0 1,1 0-1,-1-1 0,1 1 1,-1 0-1,1 0 1,0-1-1,0 1 0,0 0 1,0-1-1,0 1 0,0-1 1,0 1-1,0-1 1,1 1-1,1 1 0,-2-3-41,1 0-1,-1 0 1,0 0 0,0 0-1,0 0 1,0 0 0,0 0-1,0 0 1,0 0-1,0 0 1,0 0 0,0-1-1,1 1 1,-1-1-1,0 1 1,0-1 0,-1 1-1,1-1 1,0 1-1,0-1 1,0 0 0,0 1-1,0-1 1,-1 0-1,1 0 1,0 0 0,-1 0-1,1 1 1,0-1 0,-1 0-1,1 0 1,-1 0-1,0 0 1,1 0 0,-1-1-1,0 1 1,1-1-1,13-49-35,-13 45 43,91-350-198,13-62-776,-2-16 123,5-23-73,-7 25 911,8-46 0,-83 311 33,6-266 1,-32 430-38,-5-57 840,5 59-800,0 0 1,0 0 0,0-1-1,-1 1 1,1 0-1,0 0 1,0 0-1,-1 0 1,1 0-1,0 0 1,-1 0 0,1 0-1,-1 0 1,1 0-1,-1 1 1,0-1-1,1 0 1,-1 0 0,0 0-1,0 1 1,0-1-1,1 0 1,-1 1-1,0-1 1,0 1 0,0-1-1,0 1 1,0-1-1,0 1 1,0 0-1,0-1 1,0 1 0,0 0-1,0 0 1,-1 0-1,1 0 1,0 0-1,0 0 1,0 0 0,0 0-1,0 0 1,0 0-1,0 1 1,0-1-1,0 0 1,0 1 0,0-1-1,-2 2 1,-3 2-19,1 0 0,-1 1 0,1 0 0,0 0 0,0 0 0,0 0 0,1 1 0,0 0 1,0 0-1,-4 8 0,-33 75-18,30-61 5,-22 61-658,5 2 0,-30 164-1,38-154 107,-186 1009-4291,183-954 4709,-84 621 417,59 4-2188,50-472 1882,0-13 4000,-2-294-3882,0 0 1,0 0 0,0 0-1,0 0 1,0 0-1,0 0 1,1-1 0,-1 1-1,1 0 1,-1 0 0,1 0-1,0 0 1,-1 0 0,2 1-1,-1-2-53,-1-1 0,1 0 0,-1 0 0,1 0 0,-1 0 0,1 1 0,-1-1 0,1 0 0,-1 0 0,1 0 0,-1 0 0,1 0 0,-1 0 0,1 0 0,-1 0 0,1 0 0,-1-1 0,1 1 0,-1 0 0,1 0 0,-1 0 0,0 0 0,1-1 0,2-1 329,-2 1-329,5-6 298,0 0 0,0-1 0,-1 1 0,6-11 0,16-35-369,-1-1 0,-3-1 0,21-74 0,33-183-1435,-40 150 1566,34-144-1248,58-575 1,-101 649 23,83-334 0,-109 559 1121,66-370-4,-15 68 0,-17 128-464,-8-2 0,7-248 0,-44-45 4068,9 476-3567,-12 10 877,-6 20 90,3 9-286,2 0 0,-10 48 0,-1 6-845,-22 49-90,17-53 70,-26 120 0,-46 209-477,-4 19-45,77-289 669,-23 164 0,46-251 725,3 70 1,4-144-605,2 0 1,0-1-1,10-23 1,13-40-153,64-283-736,0 97 599,-57 174 175,34-134 1,68-423-8,-136 646 0,51-274-78,-44 222 286,-2 1 0,-3-1 0,-6-70-1,4 119-197,0 0-1,0 0 0,-1-1 0,1 1 0,-1 0 0,0 0 0,0 0 0,0 0 0,-1 0 1,1 0-1,-1 0 0,1 1 0,-1-1 0,0 0 0,0 1 0,-4-4 0,4 4-7,0 1-1,0 0 1,0 0-1,0 0 0,0 0 1,0 0-1,0 1 1,-1-1-1,1 1 1,0-1-1,-1 1 0,1 0 1,0 0-1,-1 0 1,1 0-1,0 0 1,-5 1-1,0 2-2,-1-1 0,1 1 0,0 0 0,0 0 0,0 1 0,0 0 0,1 0 0,0 1-1,-1 0 1,2 0 0,-1 0 0,-6 8 0,-35 51-254,2 2 0,-43 85-1,85-144 168,-126 242-1294,-119 323-1,-53 287-2436,145-398 3278,-189 714-2259,266-882 2856,-207 1040 538,262-1105 4632,40-248-3950,16-41 179,60-171 35,-4 6-2984,11-25-620,111-453 0,-11-234 1447,-153 698 610,24-148-638,-18-3 0,3-518 1,-58-151 2601,-1 1030-510,3 30-1364,1 0 1,0 0-1,-1 0 0,1 0 1,0 0-1,-1 0 0,1 0 1,0 0-1,-1 0 0,1 0 1,0 0-1,-1 0 1,1 0-1,0 0 0,-1 0 1,1 0-1,0 0 0,-1 0 1,-1 3 299,2-3-300,-1 0 1,1 0-1,0 1 0,0-1 1,0 0-1,0 1 0,-1-1 1,1 0-1,0 1 0,0 0 1,-26 55 1889,20-41-1662,-96 250 1377,41-99-1848,12-41-828,-130 371 635,111-263-23,-110 352-1335,76-252 1546,-30 89-449,20-55 206,87-279 453,-40 173 1867,26-97-481,63-193 1512,14-28-3097,64-127-63,-7-4 0,125-364-1,-144 320 119,98-324-1100,-150 451 989,16-162 0,-35 228 221,6-88 641,-32 182 1431,-34 165-2155,-2 15-496,36-121 468,-131 699-1575,72-209-487,53-336 2704,26-256-253,0 0 0,1 0-1,1 23 1,-1-33-149,1 0 0,-1 0 0,0 0 1,1 0-1,0 0 0,-1-1 0,1 1 1,0 0-1,0 0 0,0 0 0,0-1 1,0 1-1,3 3 0,-3-5-36,0 1 0,0-1 0,0 0 1,-1 1-1,1-1 0,1 0 0,-1 0 0,0 1 0,0-1 0,0 0 0,0 0 1,0 0-1,0 0 0,0 0 0,0 0 0,0-1 0,0 1 0,0 0 0,0 0 0,0-1 1,0 1-1,0-1 0,0 1 0,0-1 0,-1 1 0,1-1 0,0 0 0,0 1 1,0-2-1,6-5-1,0 0 0,-1 0-1,-1-1 1,1 0 0,-1 0 0,0 0 0,-1-1 0,0 0 0,-1 1 0,4-12 0,5-10-18,9-18 8,40-88-359,61-199 1,-26 46-592,17-68 525,-64 132 382,31-351 0,-73 483 196,-10-165 0,3 254-125,-1-1 1,0 1 0,0-1 0,0 1-1,0 0 1,-1-1 0,1 1 0,-1 0-1,0 0 1,-1 0 0,1 0-1,-1 0 1,-4-5 0,6 8-59,-1 0 0,1 0 0,-1 0 0,1 0 0,-1 0 0,1 0 0,-1 0 0,0 1 0,1-1 0,-1 1 0,0-1 0,1 1 0,-1-1 0,0 1 0,0 0 0,0 0 0,1 0 0,-1 0 0,0 0 0,0 0 0,1 1 0,-1-1 0,0 1 0,0-1 0,1 1 0,-1-1 0,0 1 0,1 0 0,-1 0 0,1 0 0,-1 0 0,1 0 0,0 0 0,-1 0 0,1 1 0,-2 1 0,-9 9-12,1 0-1,0 1 1,1 1-1,0 0 1,1 0-1,1 0 1,-8 19 0,-40 119-22,25-65-127,-32 89-198,8 3 0,-34 200 0,33-91-822,-72 416-175,102-505 1652,-1 317 0,27-491 422,-1-8-378,1 0-1,1-1 0,1 1 1,0-1-1,7 25 0,-8-37-343,0-1-1,1 1 0,0-1 1,-1 1-1,1-1 0,0 0 1,1 1-1,-1-1 0,1 0 1,-1-1-1,1 1 0,0 0 1,0-1-1,0 0 0,0 1 1,1-1-1,-1 0 0,0-1 1,1 1-1,0-1 0,-1 1 1,1-1-1,0 0 0,0-1 1,-1 1-1,1 0 0,0-1 1,0 0-1,4 0 0,-1-1-8,0 1 0,0-1 0,0 0 0,-1-1 0,1 0 0,0 0 0,-1 0 0,1-1 0,-1 0 0,0 0 0,0-1 0,0 1 0,-1-1 0,1-1 0,-1 1 0,0-1 0,0 0 0,0 0 0,5-7 0,7-13 0,-1 0 0,-1 0 0,15-37 0,-3 8 0,5-13 0,-3-1 0,-3-2 0,33-143 0,-57 203 0,0 4 0,0 0 0,0 0 0,-1 0 0,0-1 0,-1 1 0,1 0 0,-1 0 0,0-1 0,-1 1 0,-2-12 0,3 18 0,0 0 0,0 0 0,0 0 0,0-1 0,0 1 0,0 0 0,0 0 0,0 0 0,-1 0 0,1 0 0,0 0 0,0-1 0,0 1 0,0 0 0,0 0 0,-1 0 0,1 0 0,0 0 0,0 0 0,0 0 0,-1 0 0,1 0 0,0 0 0,0 0 0,0 0 0,0 0 0,-1 0 0,1 0 0,0 0 0,0 0 0,0 0 0,0 0 0,-1 0 0,1 0 0,0 0 0,0 0 0,0 0 0,-1 0 0,1 0 0,0 0 0,0 0 0,0 1 0,0-1 0,0 0 0,-1 0 0,1 0 0,0 0 0,0 0 0,0 1 0,-11 12 0,-4 15 0,6-4-14,2 1 0,1 0-1,1 0 1,-2 50 0,6 110-468,2-106 454,-1 262-432,4 274-643,5-496 728,31 153 0,-18-146 240,113 523 1490,-134-645-1262,0 0 1,1 0 0,-1 1 0,1-2-1,0 1 1,1 0 0,-1 0-1,1-1 1,-1 1 0,1-1 0,0 0-1,0 0 1,1 0 0,-1 0 0,5 3-1,-6-5-80,-1 0-1,0-1 1,1 1-1,-1-1 1,1 1-1,-1-1 1,0 1-1,1-1 0,-1 0 1,1 0-1,-1 0 1,1 0-1,-1 0 1,1 0-1,-1 0 1,1 0-1,-1-1 1,3 0-1,-2 0-16,0 0 1,0 0-1,0-1 1,0 1-1,-1-1 0,1 1 1,0-1-1,-1 0 0,1 0 1,-1 1-1,0-1 0,0 0 1,0 0-1,0 0 1,0 0-1,1-3 0,13-39 4,13-67 0,-16 59 0,6-39 0,6-98 0,-16 113 0,3-21 0,27-372 0,-37 386 0,17-108 0,-16 179 0,0 7 0,-1 0 0,0-1 0,0 1 0,-1-1 0,0 0 0,0 1 0,0-1 0,0 1 0,-1-1 0,0 1 0,0-1 0,-4-8 0,5 14 0,0 0 0,0 0 0,0-1 0,-1 1 0,1 0 0,0 0 0,0 0 0,0 0 0,-1 0 0,1 0 0,0 0 0,0 0 0,-1-1 0,1 1 0,0 0 0,0 0 0,-1 0 0,1 0 0,0 0 0,0 0 0,-1 0 0,1 1 0,0-1 0,0 0 0,-1 0 0,1 0 0,0 0 0,0 0 0,-1 0 0,1 0 0,0 0 0,0 1 0,0-1 0,-1 0 0,1 0 0,0 0 0,0 0 0,0 1 0,-1-1 0,1 0 0,0 0 0,0 1 0,0-1 0,0 0 0,0 1 0,-8 11 0,-1 9 0,2 1 0,1 0 0,0 0 0,2 1 0,0-1 0,0 46 0,1-30 0,-10 50 0,-4-14 0,-18 92 0,28-123 0,-7 44 0,-3 139 0,16-199 0,0-18 0,0 0 0,0-1 0,1 1 0,1 0 0,0 0 0,0-1 0,0 1 0,1-1 0,0 1 0,1-1 0,5 11 0,-1-17 0,-2-13 0,1-14 0,-1-21 0,0 6 0,17-78 0,-4 42 0,14-133 0,4-23 0,-24 162 0,-3-1 0,-3 1 0,-4-86 0,10-121 0,2 161 0,-6 1 0,-10-193 0,2 302 0,-1-1 0,0 1 0,0 0 0,-1 0 0,0-1 0,0 1 0,-1 0 0,1 1 0,-1-1 0,0 0 0,-1 1 0,1 0 0,-1 0 0,-5-6 0,6 9 0,1 0 0,-1 0 0,1 0 0,-1 0 0,0 1 0,1-1 0,-1 1 0,0 0 0,0-1 0,0 1 0,0 0 0,0 1 0,-1-1 0,1 1 0,0-1 0,0 1 0,0 0 0,-1 0 0,1 0 0,0 1 0,0-1 0,0 1 0,0 0 0,0 0 0,0 0 0,0 0 0,0 0 0,0 1 0,0-1 0,-2 3 0,-3 1 0,0 1 0,1 0 0,0 0 0,0 0 0,1 1 0,0 0 0,0 1 0,-10 15 0,-33 75 0,31-60 0,-29 59-235,4 1 0,4 3 0,4 1-1,-32 167 1,5 290-1165,51-399 1294,-14 359-550,25-435 1134,3 99 1557,6-144-1284,-1-33-650,2-23-128,50-168-42,19-59-272,52-274 0,-56 157-1045,35-227 1399,-101 514-9,-3-1 0,-3 0 0,-8-93 0,5 167 29,0-1 0,0 1 0,0 0 0,0 0 0,0-1 0,0 1-1,-1 0 1,1 0 0,0 0 0,0 0 0,-1-1 0,1 1 0,-1 0 0,1 0-1,-1 0 1,0 0 0,1 0 0,-1 0 0,0 0 0,0 0 0,0 0 0,1 0-1,-1 1 1,0-1 0,-1-1 0,0 3 5,1-1 0,0 0 1,0 1-1,0-1 0,-1 1 0,1-1 0,0 1 0,0-1 1,0 1-1,0 0 0,0 0 0,0-1 0,0 1 1,0 0-1,0 0 0,1 0 0,-1 0 0,0 0 0,0 1 1,-35 63 450,-19 71-656,7 2-1,-43 197 1,8-25-76,40-111 243,5-18 0,31-157 45,2-12 19,1 0 0,1 1 0,0-1 0,0 1 0,2-1 0,-1 1 0,2 0 0,1 24 0,-1-36-61,0-1 1,0 1-1,0-1 0,0 0 0,0 1 1,0-1-1,0 1 0,1-1 0,-1 1 1,0-1-1,0 0 0,0 1 0,1-1 1,-1 1-1,0-1 0,1 0 0,-1 1 0,0-1 1,1 0-1,-1 1 0,0-1 0,1 0 1,-1 0-1,0 1 0,1-1 0,-1 0 1,1 0-1,-1 0 0,1 0 0,-1 1 1,0-1-1,1 0 0,-1 0 0,1 0 1,0 0-1,16-11 15,8-22-29,90-174 11,-53 89 0,-5 8 0,-27 49 0,74-110 0,-103 169 0,1-1 0,-1 1 0,1 0 0,0 0 0,0 0 0,0 0 0,0 0 0,0 0 0,1 0 0,-1 1 0,1-1 0,-1 1 0,1 0 0,-1 0 0,1 0 0,4-2 0,-5 4 0,0-1 0,0 0 0,0 1 0,0-1 0,-1 1 0,1-1 0,0 1 0,0 0 0,-1 0 0,1 0 0,0 0 0,-1 0 0,1 0 0,-1 0 0,0 1 0,1-1 0,-1 0 0,0 1 0,0-1 0,0 1 0,0-1 0,0 1 0,0 0 0,0-1 0,0 1 0,0 3 0,15 33 0,13 48 0,-1 1 0,110 223 0,-71-167 0,-51-107 0,2 0 0,1-1 0,2-1 0,2-1 0,0-1 0,2-1 0,2-1 0,1-1 0,1-2 0,1 0 0,1-2 0,1-2 0,2-1 0,54 27 0,48 8-306,1-6-1,170 40 1,-168-63-468,211 16 0,-260-35 784,0-4 0,121-9-1,-206 4 89,0-1 0,-1 1 0,1-1-1,0 0 1,-1-1 0,1 1 0,-1-1-1,0 0 1,1 0 0,-1 0-1,0 0 1,0-1 0,0 0 0,-1 0-1,1 0 1,-1 0 0,1-1 0,-1 1-1,0-1 1,-1 0 0,1 1 0,2-6-1,-3 4-87,0 0-1,-1 0 1,0 0-1,1 0 1,-2 0-1,1 0 1,-1-1-1,0 1 1,0 0-1,0 0 1,0 0-1,-1-1 1,0 1-1,0 0 1,-1 0-1,1 0 1,-1 0-1,0 1 1,-5-9-1,0 3-9,0 0 0,0 1 0,-1 0 0,0 1 0,-1-1 0,0 2 0,0-1 0,0 1 0,-1 1 0,0-1 0,-1 2 0,-15-7 0,-19-6 0,-77-21 0,114 37 0,-27-5 0,-1 1 0,0 1 0,-52 1 0,51 3 0,1-1 0,-1-2 0,-46-11 0,80 15 0,1-1 0,-1 1 0,0-1 0,1 0 0,-1 0 0,0 0 0,1-1 0,0 1 0,-1 0 0,1-1 0,0 0 0,-4-3 0,6 4 0,-1 1 0,1-1 0,0 1 0,0-1 0,0 1 0,-1-1 0,1 0 0,0 1 0,0-1 0,0 0 0,0 1 0,0-1 0,0 1 0,0-1 0,0 0 0,0 1 0,1-1 0,-1 1 0,0-1 0,0 0 0,0 1 0,1-1 0,-1 1 0,0-1 0,1 1 0,-1-1 0,0 1 0,1-1 0,-1 1 0,1-1 0,-1 1 0,1-1 0,0 1 0,5-4 0,0 0 0,0 1 0,0-1 0,0 2 0,1-1 0,-1 1 0,1 0 0,12-2 0,59-7-626,151 1-1,-72 5 197,1763-57-9631,-1233 94 8642,-205-4 577,395 28 414,-127 3 786,-252-56 3336,-521-7-2169,0-2-1,-35-14 1,-50-14-201,21 17-366,-106-7 1,-18-3-986,-85-22-2290,-482-19 1,218 55 2107,-741-9-164,1209 22 1776,-150-20 0,231 18-1132,6 1-65,-1-1-1,0 1 0,0 1 0,0-1 0,0 1 0,0 0 0,0 0 0,0 1 0,0 0 1,0 0-1,-11 8 1587,17-8-1769,14 3 494,14 2-391,260 5-641,-28-3 27,849 15-626,-683-25 837,-442 1 685,1-1 0,-1 0-1,-15-5 1,-16-3-94,-373-46-2059,176 26 1308,-168-12-1895,-447 12 0,-856 33 920,1663-3 1960,0 2 0,-108 23 1651,160-25-2172,19 5 874,43 4-27,-50-7-558,266 27 1974,375 9-4095,-40-6 1822,301 4-475,-670-37 506,-325 22 2400,-181-5-2872,114-10-110,-225 19-1046,-204 12-1086,-116 13 1772,-419 8 1337,1095-58-69,10-1-140,0 0 0,0 1 1,0 0-1,0 1 0,-1-1 0,1 1 0,0 1 0,1-1 0,-1 1 0,-14 14 1334,21-15-1537,14 8 696,15 4 37,1-5-599,-1-2 0,1 0 0,50 1 0,96-6-652,-99-2 327,453 21-1359,220-5 896,-540-16 605,-202 1 100,-2 1-23,-1-1 0,0 0 0,0-1 0,0 1 0,1-1 0,-1 0 0,0 0 0,6-2 0,-11 2-43,0 1 0,1 0 0,-1 0 0,0 0 0,0 0 0,0 0 0,0-1 0,1 1 0,-1 0 0,0 0 0,0 0-1,0 0 1,0-1 0,0 1 0,0 0 0,0 0 0,1 0 0,-1-1 0,0 1 0,0 0 0,0 0 0,0-1 0,0 1 0,0 0 0,0 0 0,0-1 0,0 1 0,0 0 0,0 0 0,0 0 0,-1-1 0,1 1 0,0 0 0,0 0 0,0 0 0,0-1 0,0 1 0,0 0 0,0 0-1,0 0 1,-1-1 0,1 1 0,0 0 0,0 0 0,0 0 0,0 0 0,-1 0 0,1-1 0,0 1 0,0 0 0,0 0 0,-1 0 0,1 0 0,0 0 0,0 0 0,-1 0 0,1 0 0,0 0 0,0 0 0,0 0 0,-1 0 0,1 0 0,-18-6 366,-33-2-253,-1 2 0,-1 2-1,-83 5 1,53 0-774,-1661 0-4315,585 0 5913,1239-23 2909,138-9-2743,181-29-1928,-262 36 809,237-48 0,24-2 0,-394 74 14,0-1 0,1 1 0,-1-1 0,0-1 1,0 1-1,0-1 0,0 1 0,0-1 0,5-3 0,-9 4-6,0 1-1,1 0 0,-1 0 1,0 0-1,0 0 1,0-1-1,0 1 0,1 0 1,-1 0-1,0 0 0,0-1 1,0 1-1,0 0 1,0 0-1,0 0 0,0-1 1,0 1-1,0 0 1,0 0-1,0-1 0,0 1 1,0 0-1,0 0 1,0-1-1,0 1 0,0 0 1,0 0-1,0 0 0,0-1 1,0 1-1,0 0 1,0 0-1,0-1 0,0 1 1,0 0-1,-1 0 1,1 0-1,0-1 0,0 1 1,0 0-1,0 0 1,-1 0-1,1 0 0,0 0 1,0-1-1,-1 1 0,-25-7 236,7 3-243,31 3 0,52 3 0,-36-2 0,90 2 0,186-4 0,-265-3 0,-2-2 0,72-22 0,-27 6 0,114-30 0,-2-8 0,351-162 0,-488 197 0,44-23 0,-92 44 0,0 0 0,0-1 0,-1-1 0,1 0 0,-1 0 0,-1 0 0,13-16 0,-18 20 0,0 1 0,0-1 0,0 0 0,-1 0 0,1 1 0,-1-1 0,0 0 0,0 0 0,0 0 0,0 0 0,0-1 0,-1 1 0,1 0 0,-1 0 0,0 0 0,0-1 0,-1-5 0,0 7 0,0-1 0,0 0 0,0 1 0,-1 0 0,1-1 0,-1 1 0,1 0 0,-1-1 0,0 1 0,0 0 0,0 0 0,0 1 0,0-1 0,0 0 0,-1 1 0,-3-3 0,-7-2 0,0 1 0,-1 0 0,1 1 0,-1 1 0,0 0 0,-22-2 0,-312-50-1383,27 3 504,-222 15-185,-4 39 74,206 1 457,215-1 480,-145-5 1764,233-5-470,30 0-219,22-3-348,52-13-688,1 3-1,82-15 1,144-12-212,-156 27 181,28 2 45,282 3 0,-168-3 0,-63 3 0,-459 17-71,-263 13-141,281 5 210,-221 26-160,109 22-1170,20-3 336,287-60 1060,-73 16 653,95-19-634,0 2 0,0-1 0,1 1 0,-1 0 0,1 1 0,0 0 1,0 0-1,0 0 0,1 1 0,-7 6 0,12-10-12,-1 1-1,1-1 1,0 1 0,-1-1-1,1 1 1,0 0 0,0 0-1,0-1 1,1 1 0,-1 0-1,0 0 1,1 0 0,-1 0-1,1 0 1,-1 0 0,1 0 0,0 0-1,0 0 1,0 0 0,1 4-1,0-2-44,0-1-1,0 1 0,1 0 0,-1-1 1,1 0-1,0 1 0,0-1 1,0 0-1,1 0 0,3 4 0,4 2-44,0 0 0,0-1 0,1 0 0,0 0 0,19 8 0,1-2-40,0-2-1,0-1 1,2-2-1,50 9 1,139 7-423,-91-12 359,484 35-1171,-216-23 836,-320-20 473,-41-1 2186,-79-5-1980,-138 4 25,151 0-252,0 0 1,1 2-1,0 2 0,-41 14 0,-140 48 6,171-53 0,1 2 0,-47 31 0,-29 15 0,112-64 0,0 1 0,-1-1 0,1 0 0,-1 1 0,1-1 0,0 0 0,-1 1 0,1-1 0,-1 0 0,1 0 0,-1 0 0,1 1 0,-1-1 0,1 0 0,-1 0 0,1 0 0,-1 0 0,1 0 0,-1 0 0,1 0 0,-1 0 0,0 0 0,1 0 0,-1 0 0,1 0 0,-1 0 0,1-1 0,-1 1 0,1 0 0,0 0 0,-1 0 0,1-1 0,-1 1 0,1 0 0,-1-1 0,1 1 0,0 0 0,-1-1 0,1 1 0,0-1 0,-1 1 0,1 0 0,0-1 0,-1 1 0,1-2 0,4-30 0,25-35 0,-20 49 0,-2-1 0,0 1 0,-1-1 0,-1 0 0,-1 0 0,4-40 0,-8-120 0,-2 89 0,2 84 0,0 1 0,0 0 0,-1-1 0,1 1 0,-1-1 0,0 1 0,-1 0 0,1 0 0,-1 0 0,0 0 0,-1 0 0,1 0 0,-6-8 0,5 10 0,0 0 0,0 1 0,0-1 0,-1 1 0,1 0 0,-1 0 0,1 0 0,-1 0 0,0 1 0,0-1 0,1 1 0,-1 0 0,0 0 0,0 0 0,0 1 0,0-1 0,0 1 0,-1 0 0,-4 1 0,-2 0 0,0 1 0,1 1 0,0-1 0,-1 2 0,1-1 0,1 1 0,-1 1 0,0 0 0,1 0 0,0 1 0,0 0 0,1 0 0,0 1 0,0 1 0,0-1 0,-12 17 0,-8 12 0,2 1 0,-33 61 0,57-94 0,-11 21 0,1 1 0,1 0 0,2 1 0,0 1 0,2-1 0,1 1 0,1 0 0,2 1 0,0-1 0,2 1 0,2-1 0,0 1 0,2-1 0,1 0 0,1 1 0,1-2 0,15 41 0,-17-59 0,0 0 0,1 0 0,0-1 0,0 1 0,1-1 0,0 0 0,0-1 0,12 11 0,-16-16 0,0 0 0,0 0 0,0-1 0,0 1 0,0 0 0,1-1 0,-1 0 0,0 1 0,1-1 0,-1 0 0,1-1 0,-1 1 0,1 0 0,0-1 0,-1 1 0,1-1 0,0 0 0,0 0 0,-1 0 0,1 0 0,0 0 0,-1-1 0,1 1 0,0-1 0,-1 1 0,1-1 0,-1 0 0,1 0 0,-1-1 0,1 1 0,-1 0 0,0-1 0,0 1 0,0-1 0,3-2 0,3-7 0,-1 1 0,-1-1 0,1 0 0,-2 0 0,0-1 0,0 0 0,-1 0 0,0 0 0,3-22 0,2-1 0,-5 24 0,12-40 0,-2-1 0,-2 0 0,-2-1 0,5-101 0,-15 108 0,3 0 0,12-72 0,-13 109 0,13-90 0,-14 89 0,0 0 0,-1 0 0,-1 1 0,1-1 0,-1 0 0,-1 0 0,-5-17 0,6 24 0,0 1 0,0-1 0,0 0 0,0 1 0,-1 0 0,1-1 0,-1 1 0,0 0 0,0 0 0,0 0 0,0 0 0,0 0 0,0 0 0,0 1 0,0-1 0,-1 1 0,1-1 0,-1 1 0,-4-2 0,3 2 0,0 1 0,0-1 0,-1 1 0,1 0 0,0 0 0,0 0 0,-1 0 0,1 1 0,0 0 0,0 0 0,-7 2 0,-3 3 0,0 0 0,1 1 0,0 0 0,0 1 0,1 1 0,-14 11 0,2 2 0,0 2 0,1 0 0,-36 53 0,-45 92 0,24-36 0,74-123 0,0-1 0,1 2 0,0-1 0,-5 17 0,9-24 0,0 0 0,0-1 0,1 1 0,-1 0 0,1 0 0,-1 0 0,1 0 0,0 0 0,0 0 0,0 0 0,1 0 0,-1 0 0,1 0 0,-1 0 0,1-1 0,0 1 0,0 0 0,0 0 0,1-1 0,-1 1 0,4 4 0,-4-6 0,0 0 0,-1 0 0,1 0 0,0 0 0,0 0 0,1-1 0,-1 1 0,0 0 0,0-1 0,0 1 0,0-1 0,1 1 0,-1-1 0,0 1 0,0-1 0,1 0 0,-1 0 0,0 1 0,1-1 0,-1 0 0,0 0 0,0 0 0,1-1 0,-1 1 0,2 0 0,0-1 0,-1-1 0,1 1 0,-1 0 0,1-1 0,-1 0 0,0 1 0,1-1 0,-1 0 0,0 0 0,3-5 0,3-4 0,0 0 0,-1-1 0,10-22 0,88-172 0,-68 141 0,-3-1 0,-3-1 0,25-81 0,-27 60 0,13-50 0,-39 126 0,-1-1 0,0 1 0,-1-1 0,0 0 0,-1 1 0,-1-1 0,0 0 0,-4-19 0,5 31 0,0 0 0,-1 0 0,1 0 0,0 0 0,0 0 0,-1 0 0,1 0 0,0 0 0,-1 0 0,1 0 0,-1 0 0,0 0 0,1 0 0,-1 0 0,0 0 0,1 1 0,-1-1 0,-1-1 0,-8 12 0,-4 38 0,12-39 0,-43 201 0,44-209 0,1 1 0,0-1 0,-1 1 0,1-1 0,0 1 0,0 0 0,-1-1 0,1 1 0,1 0 0,-1-1 0,0 1 0,0-1 0,1 1 0,-1-1 0,0 1 0,1 0 0,0-1 0,-1 0 0,1 1 0,0-1 0,0 1 0,0-1 0,0 0 0,0 1 0,0-1 0,0 0 0,2 2 0,0-2 0,1 1 0,-1-1 0,0 0 0,0 0 0,1 0 0,-1-1 0,1 1 0,-1-1 0,1 1 0,-1-1 0,1 0 0,4-1 0,9-1 0,0-1 0,-1-1 0,1-1 0,19-7 0,38-21 0,-1-4 0,-1-2 0,-3-4 0,74-58 0,72-77 0,-190 154 0,-2 0 0,-1-2 0,0-1 0,-2-1 0,-2 0 0,19-37 0,-25 38 0,-2 0 0,-1-1 0,-1 0 0,-1 0 0,-1 0 0,-2-1 0,-1 0 0,-1 0 0,-2-30 0,-1 56 0,1-1 0,-1 0 0,0 1 0,0-1 0,0 1 0,0-1 0,-1 1 0,1 0 0,-1-1 0,0 1 0,0 0 0,0 0 0,0 0 0,-1 0 0,1 1 0,-1-1 0,0 1 0,0-1 0,0 1 0,0 0 0,0 0 0,0 0 0,0 1 0,-5-2 0,8 2 0,0 1 0,0 0 0,-1 0 0,1-1 0,0 1 0,0 0 0,0-1 0,0 1 0,-1 0 0,1-1 0,0 1 0,0 0 0,0-1 0,0 1 0,0 0 0,0-1 0,0 1 0,0 0 0,0-1 0,0 1 0,0-1 0,0 1 0,0 0 0,0-1 0,0 1 0,0 0 0,0-1 0,0 1 0,1 0 0,-1-1 0,0 1 0,0 0 0,0 0 0,1-1 0,-1 1 0,0 0 0,0-1 0,1 1 0,-1 0 0,0 0 0,0 0 0,1-1 0,-1 1 0,0 0 0,1 0 0,-1 0 0,0 0 0,1 0 0,-1-1 0,0 1 0,1 0 0,-1 0 0,0 0 0,1 0 0,30-15 0,-20 10 0,26-21 0,-1-2 0,61-62 0,-55 49 0,-39 39 0,-1-1 0,1 1 0,-1-1 0,1 0 0,-1 1 0,0-1 0,0-1 0,0 1 0,-1 0 0,1 0 0,-1 0 0,0-1 0,0 1 0,0-1 0,0 1 0,0-1 0,-1 0 0,1-5 0,-2 7 0,1-1 0,-1 0 0,0 1 0,0-1 0,0 1 0,0-1 0,-1 1 0,1 0 0,0-1 0,-1 1 0,0 0 0,1 0 0,-1 0 0,0 0 0,0 0 0,0 0 0,-1 1 0,1-1 0,0 1 0,-1-1 0,1 1 0,-1 0 0,1 0 0,-5-1 0,-11-4 0,0 1 0,0 2 0,0-1 0,-1 2 0,-29 0 0,-96 8 0,110-1-65,1 1 0,0 2-1,0 1 1,1 1 0,0 2 0,0 1-1,1 1 1,1 2 0,1 1 0,0 2-1,2 0 1,0 2 0,-31 30-1,11-3 27,1 1 0,3 3-1,2 1 1,2 2 0,-55 104-1,84-139 52,1 0 0,1 1-1,1 0 1,0 0-1,2 1 1,0 0-1,2 0 1,0 0 0,2 0-1,1 34 1,1-44 34,0-1 1,0 1-1,2 0 1,-1-1-1,2 0 1,-1 0-1,1 0 1,1 0-1,0-1 1,1 1-1,0-1 1,0 0-1,1-1 0,0 0 1,1 0-1,0 0 1,1-1-1,-1-1 1,1 1-1,1-1 1,15 9-1,16 3-46,0-2 0,2-2 0,0-1 0,1-3 0,0-1 0,51 5 0,-68-13 0,0 0 0,0-1 0,-1-2 0,1-1 0,0-1 0,0-1 0,-1-1 0,0-1 0,0-2 0,40-17 0,-52 18 0,0 0 0,-1 0 0,0-2 0,-1 0 0,1 0 0,-2-1 0,1 0 0,-2-1 0,1-1 0,-2 1 0,1-2 0,-1 1 0,-1-1 0,-1 0 0,0-1 0,0 0 0,-1 0 0,-1-1 0,7-29 0,-10 31 0,0-1 0,0 0 0,-1 0 0,-1 1 0,0-1 0,-1 0 0,0 0 0,-1 0 0,-1 1 0,0-1 0,-5-12 0,5 18 0,-1 1 0,1 0 0,-1 0 0,-1 0 0,1 1 0,-1-1 0,0 1 0,0 0 0,-1 0 0,0 1 0,0 0 0,0 0 0,-1 0 0,0 1 0,0 0 0,0 0 0,0 1 0,0 0 0,-1 0 0,-8-2 0,-2-2 0,15 0 0,4 5 0,1 1 0,0 0 0,0-1 0,0 1 0,0 0 0,0 0 0,0 0 0,0 1 0,0-1 0,0 0 0,1 1 0,1-1 0,7-1 0,0-1 0,0 0 0,-1-1 0,1 0 0,-1-1 0,0 0 0,0 0 0,-1-1 0,0 0 0,0-1 0,0 0 0,-1-1 0,0 1 0,0-2 0,-1 1 0,0-1 0,0 0 0,-1 0 0,-1-1 0,1 0 0,-1 0 0,-1 0 0,0-1 0,4-14 0,-8 16 0,1 1 0,-1-1 0,0 0 0,-1 1 0,0-1 0,0 1 0,-1-1 0,-3-8 0,2 6 0,1 1 0,0-1 0,-1-20 0,3 28 0,0-1 0,0 1 0,1-1 0,0 1 0,-1-1 0,1 1 0,1-1 0,-1 1 0,0 0 0,1 0 0,-1 0 0,1 0 0,0 0 0,0 0 0,5-5 0,23-20 0,-21 21 0,0 0 0,-1-1 0,0 0 0,0-1 0,-1 0 0,8-12 0,-14 18 0,0 1 0,0 0 0,0 0 0,-1-1 0,1 1 0,-1-1 0,1 1 0,-1 0 0,0-1 0,0 1 0,0-1 0,0 1 0,0-1 0,-1 1 0,1 0 0,-1-1 0,0 1 0,1 0 0,-1-1 0,0 1 0,0 0 0,-1 0 0,1 0 0,0 0 0,-1 0 0,1 0 0,-1 0 0,0 0 0,1 1 0,-1-1 0,0 1 0,0-1 0,0 1 0,0 0 0,-3-2 0,-3-2 0,0 1 0,0-1 0,0 1 0,-1 1 0,1 0 0,-1 0 0,0 1 0,-11-2 0,17 3 0,1 0 0,-1 1 0,0 0 0,0-1 0,0 1 0,0 0 0,0 0 0,0 1 0,1-1 0,-1 1 0,0-1 0,0 1 0,0 0 0,1 0 0,-1 0 0,0 1 0,1-1 0,-1 0 0,1 1 0,0 0 0,-1-1 0,1 1 0,0 0 0,0 0 0,0 1 0,0-1 0,1 0 0,-1 0 0,-1 4 0,2-3 0,0 0 0,1-1 0,-1 1 0,1 0 0,0-1 0,0 1 0,0 0 0,0 0 0,1-1 0,-1 1 0,1 0 0,-1-1 0,1 1 0,0 0 0,0-1 0,0 1 0,0-1 0,1 1 0,-1-1 0,1 0 0,-1 0 0,1 1 0,0-1 0,0 0 0,0-1 0,0 1 0,0 0 0,0 0 0,4 1 0,7 6 0,0-1 0,0 0 0,27 11 0,10 1 0,1-3 0,1-2 0,1-2 0,0-2 0,0-3 0,1-2 0,68-1 0,-35-5 0,220-5 0,-289 4 0,-1 0 0,1-1 0,0-2 0,0 1 0,-1-2 0,0 0 0,24-12 0,-39 16 0,-1 1 0,0-1 0,0 0 0,1 1 0,-1-1 0,0 0 0,0 0 0,0 0 0,0 0 0,0 0 0,0 0 0,0-1 0,0 1 0,0 0 0,-1 0 0,1-1 0,0 1 0,-1 0 0,1-1 0,-1 1 0,0-1 0,1 1 0,-1 0 0,0-4 0,0 4 0,-1-1 0,0 0 0,1 0 0,-1 0 0,0 1 0,0-1 0,0 0 0,0 1 0,-1-1 0,1 1 0,0-1 0,-1 1 0,1 0 0,-1-1 0,1 1 0,-3-1 0,-6-4 0,0 0 0,0 1 0,-1 1 0,0-1 0,-14-3 0,-15 1 0,-1 2 0,0 1 0,-1 2 0,-66 6 0,18-1 0,-80-4 0,-137 4 0,213 12 0,14-1 0,91-50 0,1-16 0,-12 48 0,1 1 0,-1 0 0,0-1 0,0 1 0,0 0 0,0-1 0,-1 1 0,1 0 0,-1-1 0,0 1 0,0 0 0,0 0 0,-2-4 0,3 7 0,0 0 0,0-1 0,0 1 0,0 0 0,0 0 0,0 0 0,0 0 0,-1 0 0,1 0 0,0 0 0,0 0 0,0 0 0,0-1 0,0 1 0,0 0 0,0 0 0,0 0 0,0 0 0,0 0 0,0 0 0,-1 0 0,1 0 0,0 0 0,0 0 0,0 0 0,0 0 0,0 0 0,0 0 0,0 0 0,0 0 0,-1 0 0,1 0 0,0 0 0,0 0 0,0 0 0,0 0 0,0 0 0,0 0 0,0 0 0,0 0 0,-1 0 0,1 0 0,0 0 0,0 0 0,0 0 0,0 0 0,0 1 0,0-1 0,0 0 0,0 0 0,0 0 0,0 0 0,0 0 0,-1 0 0,1 0 0,0 0 0,0 0 0,0 0 0,0 1 0,0-1 0,0 0 0,0 0 0,0 0 0,-3 13 0,1 14 0,10 9 0,2 0 0,0-1 0,3 0 0,1-1 0,25 44 0,-16-30 0,42 71 0,11 25 0,-72-134 0,1-1 0,0 0 0,1 0 0,0 0 0,11 13 0,-16-21 0,0 0 0,0 1 0,0-1 0,0 0 0,0 0 0,0 0 0,0 0 0,0 0 0,0 0 0,0-1 0,1 1 0,-1 0 0,0 0 0,1-1 0,-1 1 0,0-1 0,1 0 0,-1 1 0,1-1 0,-1 0 0,1 0 0,-1 1 0,1-1 0,-1-1 0,1 1 0,-1 0 0,0 0 0,1 0 0,-1-1 0,1 1 0,-1-1 0,0 1 0,1-1 0,-1 1 0,0-1 0,1 0 0,-1 0 0,0 0 0,0 0 0,0 0 0,0 0 0,0 0 0,0 0 0,0 0 0,0 0 0,0 0 0,0-1 0,-1 1 0,1 0 0,0-1 0,0-1 0,14-32 0,-1 0 0,-1-1 0,-2-1 0,-2 0 0,8-59 0,-5-40 0,-11 122 0,-1 0 0,-1 0 0,-1 0 0,0 0 0,0 0 0,-1 1 0,-9-23 0,10 32 0,-1 1 0,1-1 0,-1 0 0,0 1 0,0-1 0,-1 1 0,1 0 0,-1 0 0,0 0 0,1 1 0,-1-1 0,0 1 0,0 0 0,-1 0 0,1 0 0,0 1 0,-1 0 0,1 0 0,-1 0 0,1 0 0,-1 0 0,-7 1 0,5-1 0,0 1 0,1 0 0,-1 1 0,0-1 0,1 1 0,-1 0 0,1 1 0,-1 0 0,1 0 0,-1 0 0,1 1 0,0 0 0,0 0 0,-10 8 0,15-11 0,0 1 0,1-1 0,-1 1 0,0-1 0,0 1 0,1-1 0,-1 1 0,1 0 0,-1-1 0,1 1 0,-1 0 0,1-1 0,-1 1 0,1 0 0,0 0 0,-1 0 0,1-1 0,0 1 0,0 0 0,-1 0 0,1 0 0,0 0 0,0 0 0,0-1 0,0 1 0,0 0 0,0 0 0,0 0 0,1 1 0,0-1 0,0 1 0,0-1 0,0 0 0,1 0 0,-1 0 0,0 0 0,0 0 0,1 0 0,-1-1 0,1 1 0,-1 0 0,1-1 0,-1 1 0,3 0 0,56 8 0,368-10 0,-256-20 0,-73 7 0,-79 12 0,0-2 0,-1 0 0,21-8 0,-32 10 0,0-2 0,0 1 0,0-1 0,0 0 0,-1-1 0,0 0 0,0 0 0,0 0 0,8-9 0,-14 12 0,0 1 0,1-1 0,-1 0 0,0 1 0,0-1 0,0 0 0,-1 1 0,1-1 0,0 0 0,0 0 0,-1 0 0,1 0 0,-1 1 0,0-1 0,0 0 0,0 0 0,0 0 0,0 0 0,0 0 0,0 0 0,0 0 0,-1 0 0,1 0 0,-1 0 0,1 0 0,-1 1 0,0-1 0,0 0 0,0 0 0,0 1 0,0-1 0,0 1 0,0-1 0,-1 1 0,1-1 0,0 1 0,-1 0 0,1 0 0,-1-1 0,-3 0 0,-5-5 0,0 0 0,0 1 0,-1 0 0,1 1 0,-16-5 0,-13 0 2,0 1 0,-1 2-1,0 2 1,-76 0 0,-11-2-490,-766-14 380,581 24 120,303-3 1,5 1 18,-1-1 0,1 0 1,0 0-1,0 0 0,0 0 0,-1-1 0,1 1 0,0-1 0,0 0 0,0-1 0,0 1 0,0-1 0,0 1 0,-6-5 0,10 6-28,0-1-1,0 1 1,0-1-1,0 1 1,0-1-1,0 1 0,0-1 1,1 1-1,-1-1 1,0 1-1,0-1 0,0 1 1,0-1-1,1 1 1,-1-1-1,0 1 1,0 0-1,1-1 0,-1 1 1,0 0-1,1-1 1,-1 1-1,1 0 1,-1-1-1,0 1 0,1 0 1,-1-1-1,1 1 1,-1 0-1,1 0 1,-1 0-1,1 0 0,-1-1 1,1 1-1,-1 0 1,1 0-1,-1 0 1,1 0-1,-1 0 0,0 0 1,1 0-1,0 0 1,25-5-12,73-2 9,145 8 0,-92 2 0,553-3 0,-670-1 0,-1-1 0,0-2 0,-1-1 0,36-10 0,-69 15 0,0 0 0,0-1 0,0 1 0,0 0 0,0 0 0,0 0 0,0 0 0,0 0 0,0 0 0,0 0 0,0 0 0,0-1 0,0 1 0,0 0 0,0 0 0,0 0 0,0 0 0,0 0 0,0 0 0,0 0 0,0 0 0,0-1 0,0 1 0,0 0 0,0 0 0,0 0 0,0 0 0,0 0 0,0 0 0,0 0 0,0 0 0,0 0 0,0-1 0,0 1 0,0 0 0,0 0 0,1 0 0,-1 0 0,0 0 0,0 0 0,0 0 0,0 0 0,0 0 0,0 0 0,0 0 0,0 0 0,0 0 0,1 0 0,-1 0 0,0 0 0,0 0 0,0 0 0,0 0 0,0 0 0,0 0 0,-15-3 0,-24 0 0,-1228 5-547,1260-2 582,1 0 0,0 0 0,-1 0 1,1-1-1,0 0 0,0 0 0,0-1 0,-1 1 0,1-2 0,1 1 0,-1 0 0,-8-6 0,11 5-31,0 0 1,0 0 0,0 0 0,0-1 0,1 1 0,-1-1-1,1 0 1,0 0 0,0 0 0,0 0 0,1 0 0,0 0-1,-1 0 1,2-1 0,-1 1 0,0 0 0,1-1-1,0-8 1,3-221-5,2 68 0,-4-50 0,-4-226 0,-1 387-124,-4 0-1,-1 0 1,-20-64-1,-64-153-70,54 174-13,-5 2 0,-90-142-1,-138-157-3098,58 119 1221,160 214 2003,-4 2 0,-75-63 0,132 122 155,0 0 0,-1 0 0,1-1 0,-1 1 0,1 0 0,-1 0 0,1 0 0,-1 1 0,0-1 1,1 0-1,-1 1 0,0-1 0,0 1 0,1-1 0,-1 1 0,-4 0 0,5 0-16,1 0 0,-1 1 0,0-1 1,0 0-1,1 1 0,-1-1 0,0 1 0,0-1 0,1 1 0,-1 0 1,1-1-1,-1 1 0,0 0 0,1-1 0,-1 1 0,1 0 0,0 0 0,-1 0 1,1-1-1,0 1 0,-1 0 0,1 0 0,0 0 0,0 1 0,-2 8 424,1 1 0,1 0-1,0-1 1,3 18-1,-2-12-91,1 24 557,-2-8-845,2 0 1,2 0-1,0-1 0,2 0 0,11 32 0,-9-39-100,15 40 0,46 93 0,60 138 0,-125-286 0,1 11 0,0 1 0,0-1 0,-2 1 0,-1-1 0,-1 1 0,0 0 0,-4 33 0,1-29 0,2 0 0,0 0 0,2 0 0,6 37 0,-6-57 0,-1-1 0,1 1 0,0-1 0,0 0 0,0 0 0,0 0 0,1 0 0,0 0 0,0 0 0,0-1 0,0 1 0,0-1 0,1 0 0,0 0 0,-1 0 0,1-1 0,0 1 0,6 2 0,-7-4 0,0 1 0,0-1 0,0 0 0,0-1 0,1 1 0,-1 0 0,0-1 0,0 0 0,0 0 0,1 0 0,-1 0 0,0 0 0,0-1 0,0 1 0,0-1 0,0 0 0,1 0 0,-1 0 0,-1 0 0,1-1 0,0 1 0,0-1 0,0 1 0,-1-1 0,1 0 0,-1 0 0,4-4 0,8-10 0,-1 0 0,-1-2 0,0 1 0,-1-1 0,10-23 0,36-104 0,-5 14 0,4 18 0,16-36 0,-60 125 0,1 0 0,0 1 0,24-30 0,-12 18 0,-19 26 0,-1-1 0,-1 0 0,1 0 0,4-18 0,-8 21 0,1 0 0,0 0 0,1 1 0,-1-1 0,1 1 0,1-1 0,-1 1 0,1 0 0,0 0 0,0 1 0,1-1 0,7-6 0,-11 11 0,-1 1 0,1-1 0,0 0 0,0 0 0,0 1 0,0-1 0,0 1 0,0-1 0,0 1 0,0-1 0,0 1 0,0-1 0,0 1 0,0 0 0,0 0 0,0 0 0,0-1 0,0 1 0,0 0 0,1 0 0,-1 1 0,0-1 0,0 0 0,0 0 0,0 0 0,0 1 0,0-1 0,0 0 0,0 1 0,0-1 0,0 1 0,0 0 0,0-1 0,0 1 0,0 0 0,-1-1 0,1 1 0,0 0 0,0 0 0,-1 0 0,1-1 0,0 1 0,-1 0 0,1 0 0,-1 0 0,1 0 0,-1 0 0,0 0 0,1 1 0,-1 0 0,2 4 0,0 0 0,-1 1 0,0-1 0,0 0 0,-1 1 0,1-1 0,-2 11 0,-14 85 0,-44 160 0,19-54 0,28-131 0,6-27 0,2 88 0,0-16 0,3-109 0,0 0 0,-1 0 0,-1 0 0,0 0 0,-1-1 0,-7 16 0,17-47 0,0-1 0,-2 0 0,0 0 0,-2-1 0,1-40 0,1 3 0,11-64 0,5-70 0,-21 76 0,0 53 0,2-1 0,12-83 0,-5 88 0,-7 43 0,0 0 0,2-1 0,0 1 0,1 0 0,0 0 0,9-19 0,-13 35 0,0 0 0,0 0 0,0-1 0,0 1 0,0 0 0,0 0 0,1-1 0,-1 1 0,0 0 0,0 0 0,0-1 0,0 1 0,0 0 0,1 0 0,-1-1 0,0 1 0,0 0 0,1 0 0,-1 0 0,0 0 0,0-1 0,1 1 0,-1 0 0,0 0 0,0 0 0,1 0 0,-1 0 0,0 0 0,1 0 0,-1 0 0,0 0 0,0 0 0,1 0 0,-1 0 0,0 0 0,1 0 0,-1 0 0,0 0 0,1 0 0,7 13 0,2 26 0,-9-33 0,23 112 0,27 105 0,-43-186 0,-1 0 0,-2 0 0,-2 0 0,-1 0 0,-4 55 0,3 73 0,1-154-170,-1 1-1,1-1 0,1 0 1,0 0-1,1 0 0,0-1 1,10 20-1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0T18:47:03.606"/>
    </inkml:context>
    <inkml:brush xml:id="br0">
      <inkml:brushProperty name="width" value="0.35" units="cm"/>
      <inkml:brushProperty name="height" value="0.35" units="cm"/>
      <inkml:brushProperty name="color" value="#1F1F1F"/>
    </inkml:brush>
  </inkml:definitions>
  <inkml:trace contextRef="#ctx0" brushRef="#br0">3 512 24575,'-2'507'-2778,"5"551"1389,9-900 1389,55 264 0,-45-305 0,153 625 285,-172-733-323,1 8 77,1 0 1,1-1 0,0 0 0,2-1 0,10 18 0,-17-30 6,0-1-1,1 0 1,0 0 0,-1 0 0,1 0-1,0-1 1,0 1 0,0 0 0,0-1 0,0 1-1,0-1 1,0 0 0,0 0 0,1 1-1,-1-2 1,0 1 0,1 0 0,-1 0 0,1-1-1,-1 1 1,1-1 0,-1 0 0,1 0-1,0 0 1,-1 0 0,1 0 0,-1-1 0,1 1-1,-1-1 1,1 1 0,-1-1 0,0 0-1,1 0 1,-1 0 0,0 0 0,1-1 0,-1 1-1,0 0 1,0-1 0,0 0 0,0 1-1,3-5 1,20-18 253,0-1-1,37-51 1,-4 6-469,438-538 131,-453 541-516,-2-2 1,-3-1-1,-3-2 0,39-119 0,65-317-772,-71 238 1558,-27 99-353,-7-2-1,-8-1 0,-7 0 1,-5-230-1,-13 254 258,-7-147 1403,6 293-1370,-1 0-1,1 0 1,-1 0 0,0 0-1,0 1 1,-1-1 0,1 0-1,-1 1 1,0-1 0,0 1-1,-3-4 1,5 7-119,0-1-1,-1 1 1,1-1 0,-1 1 0,1 0-1,-1-1 1,1 1 0,-1-1-1,1 1 1,-1 0 0,1-1 0,-1 1-1,1 0 1,-1 0 0,0 0 0,1-1-1,-1 1 1,1 0 0,-1 0 0,0 0-1,1 0 1,-1 0 0,0 0-1,1 0 1,-1 0 0,1 0 0,-2 1-1,1 0-20,-1 0 0,1 0 1,0 0-1,0 0 0,-1 0 0,1 1 0,0-1 0,0 0 0,0 1 0,0-1 0,0 1 0,0-1 0,1 1 0,-1 0 0,0 1 0,-17 47-23,-12 57 1,16-52-6,4-12 3,2 1 0,1 0-1,0 55 1,11 133-137,2-167 57,3 1-1,3-2 1,2 0 0,3-1 0,3 0 0,3-1 0,45 86-1,-21-61 78,5-3 0,3-1 0,119 137 0,-153-197-127,-3-2 263,1-1 0,41 32-1,-52-46-96,1-1-1,0 0 0,-1 0 1,1-1-1,1 0 1,-1-1-1,1 0 1,-1 0-1,1-1 0,0 0 1,16 0-1,16 0-38,-1-2 0,61-7 0,-89 5 0,0 0 0,-1-1 0,1 0 0,-1-1 0,0 0 0,0-1 0,0-1 0,-1 0 0,1 0 0,-2-1 0,1-1 0,11-9 0,-10 5 0,17-15 0,-3 0 0,42-54 0,-63 74 0,0-1 0,0 1 0,-1-1 0,0 1 0,0-1 0,-1-1 0,0 1 0,0 0 0,-1-1 0,0 1 0,-1-1 0,0 0 0,0 1 0,0-1 0,-1 0 0,-1 0 0,-2-17 0,1 21 0,0-1 0,0 1 0,-1 0 0,1 0 0,-1 0 0,0 0 0,-1 0 0,1 0 0,-1 1 0,0 0 0,0 0 0,0 0 0,-1 0 0,1 0 0,-1 1 0,0 0 0,0 0 0,0 0 0,-1 1 0,-5-2 0,-12-4 0,-1 1 0,1 2 0,-39-5 0,17 3 0,-29-3 0,-1 2 0,1 3 0,-136 10 0,202-4 0,1 0 0,-1 1 0,1 0 0,0 0 0,0 0 0,0 1 0,-13 6 0,19-8 0,0 0 0,0-1 0,-1 1 0,1 0 0,0 0 0,0 0 0,0 0 0,0 0 0,0 0 0,0 0 0,0 0 0,1 0 0,-1 0 0,0 0 0,1 1 0,-1-1 0,0 0 0,1 1 0,0-1 0,-1 0 0,1 1 0,0-1 0,0 0 0,-1 1 0,1-1 0,0 1 0,1-1 0,-1 0 0,0 1 0,0-1 0,0 1 0,1-1 0,-1 0 0,1 1 0,-1-1 0,1 0 0,0 0 0,-1 1 0,1-1 0,0 0 0,0 0 0,0 0 0,0 0 0,0 0 0,0 0 0,0 0 0,0 0 0,0 0 0,0-1 0,2 2 0,5 4 0,0 0-1,1-1 1,-1 0 0,1 0-1,0-1 1,1 0 0,-1 0-1,11 1 1,87 19-443,-71-17 63,851 108-3043,-411-65 2207,279 54-753,-256-34 907,-103-22-344,57 9 3758,-628-55 2539,-938-56-9203,119 3-222,267 48 3948,-341-10 29,369-9 2423,681 22-1568,13-1-131,0 1 0,0 0 0,-1 0-1,1 0 1,0 1 0,0 0-1,-1 0 1,-9 10 1471,15-11-1616,16 7 697,20 1 185,88 2 1249,182-9 0,-147-3-1345,-8 0-808,198 4 0,-317 0 0,1 1 0,0 1 0,-1 2 0,57 17 0,-88-23 5,1 1-1,-1-1 1,1 1-1,0-1 1,-1 1-1,1 0 1,-1 0-1,0-1 1,1 1-1,-1 0 1,0 0-1,1 1 1,-1-1-1,0 0 1,0 0-1,0 0 1,0 1-1,0-1 1,0 1 0,-1-1-1,1 0 1,0 1-1,-1 0 1,1-1-1,0 3 1,-2-2 9,1 0 0,-1-1 1,1 1-1,-1 0 1,0 0-1,0 0 0,0-1 1,0 1-1,0 0 1,0-1-1,0 1 0,-1-1 1,1 1-1,0-1 0,-1 0 1,1 1-1,-3 0 1,-10 7 79,0 0 0,0-2 0,-26 11 0,0-5-94,-1-2 0,0-2 0,-1-1 0,-55 2 0,8 0 0,-74 12-756,-738 71 295,854-94 431,14 1 19,67 7 184,324 23 190,5-29-1257,-185-3-442,653 1-1546,-281 1 3704,-107 0 2887,-1830 0-4483,1379 0 774,-3-1 0,1 1 0,-1 0 0,0 1 0,1 0 0,-1 1 0,0 0 0,-19 7 0,30-9 6,0 0-1,0 0 1,-1 0-1,1 0 1,0 0 0,-1 0-1,1 0 1,0 1-1,0-1 1,-1 0-1,1 0 1,0 0-1,0 0 1,0 0-1,-1 0 1,1 0-1,0 1 1,0-1-1,-1 0 1,1 0 0,0 0-1,0 1 1,0-1-1,0 0 1,-1 0-1,1 0 1,0 1-1,0-1 1,0 0-1,0 0 1,0 1-1,0-1 1,0 0-1,0 0 1,0 1 0,0-1-1,0 0 1,0 0-1,0 1 1,0-1-1,0 0 1,0 1-1,0-1 1,0 0-1,0 0 1,0 1-1,0-1 1,0 0-1,16 7 610,25-1 454,444-2-2183,-253-7-303,453-34-36,-22 0-549,-219 38 1811,-202 0 5078,-787 38-4337,272-12-1519,-357 63-2876,121-11 3218,259-65 2602,618 9 1637,206 63-6872,24-14 2257,-162-27 707,-30 3 338,616-6 0,-994-42 2575,-100 0-228,53 0-2426,-2548 0-10381,1390 0 8008,722-19 2570,44 1 4965,688 14-66,3-11-3909,852-2-4820,-732 20 2928,581-3-1196,-811 13 3199,-104-6-917,-64-6-230,1-1 0,0 1 0,-1-1 0,1 0 1,0 0-1,0 0 0,-1 0 0,1-1 0,0 1 0,5-2 0,-8 1-62,-1 1 1,1-1-1,0 0 0,0 1 0,0-1 0,0 1 1,-1-1-1,1 1 0,0-1 0,0 1 1,-1-1-1,1 1 0,-1-1 105,0 0-105,1 1 0,-1 0 1,1-1-1,-1 1 0,1 0 0,-1-1 1,1 1-1,-1 0 0,1 0 0,-1-1 0,1 1 1,-1 0-1,0 0 0,-66-24 1877,-21 11-1919,-1 4 0,0 5-1,-100 6 1,61 0-89,95-2 64,-704 31-2902,-226 41 1,837-70 2987,66-2 320,-94 12 0,126 2 1462,30-13-1726,0 0 1,0 0 0,0 0 0,0 0-1,0 0 1,0 0 0,0-1-1,1 1 1,-1-1 0,0 1 0,0-1-1,1 0 1,-1 0 0,4 0-1,218-14 1711,-55 2-2386,441 8-1452,-50 2 2060,-495-1-182,1-4 1,-2-2-1,1-3 1,74-23-1,9 2 73,-60 16 974,-86 17-865,0 0 0,0 0 0,0-1 0,0 1 0,0-1 0,0 0 0,0 1 0,0-1 0,0 0 0,0 0 0,0 0 0,-1-1 0,1 1 0,0 0 0,-1-1 0,2-1 0,-3 3-15,0-1 0,0 0 1,0 0-1,0 1 0,0-1 1,0 0-1,0 1 0,0-1 1,0 0-1,0 1 0,-1-1 1,1 0-1,0 1 0,-1-1 0,1 1 1,0-1-1,-1 0 0,1 1 1,-1-1-1,1 1 0,-1-1 1,1 1-1,-1-1 0,1 1 1,-1 0-1,0-1 0,1 1 1,-1 0-1,-1-1 0,-8-4 119,0 0 0,0 1 0,-1 0 0,-15-4 0,-482-72-2285,297 54 1286,-349-11 794,451 34-67,-199-19-719,241 13 908,2-2 0,-104-34 0,166 45 0,0-1-1,0-1 1,0 1-1,0 0 0,0-1 1,0 0-1,0 1 1,1-1-1,-1 0 0,0-1 1,-2-2-1,5 4-55,-1 1 1,1 0-1,0-1 0,0 1 1,0 0-1,0-1 0,-1 1 1,1 0-1,0-1 0,0 1 1,0-1-1,0 1 0,0 0 1,0-1-1,0 1 0,0-1 1,0 1-1,0 0 0,0-1 1,0 1-1,0-1 0,1 1 0,-1 0 1,0-1-1,0 1 0,0 0 1,0-1-1,1 1 0,-1 0 1,0-1-1,1 1 0,22-10 872,20 4-655,1 1 0,-1 3 1,74 5-1,-27 0-194,352-25-723,-278 10 528,24-2 147,247-10 0,-402 25-10,-8-1-38,48-4 0,-67 4 43,0-2 0,1 1 0,-1 0 0,0-1 0,0 0 0,0-1-1,-1 0 1,1 1 0,0-2 0,-1 1 0,0-1 0,8-6 0,-12 9 13,0 0 1,0 0 0,0 0 0,0 0 0,0 0 0,0 0 0,0-1 0,0 1-1,-1 0 1,1-1 0,0 1 0,-1 0 0,1-1 0,-1 1 0,0-1 0,1 1-1,-1-1 1,0 1 0,0-1 0,0 1 0,0-1 0,0 1 0,0-1 0,0 1-1,-1-2 1,0 0 29,-1 0-1,1 0 1,-1 1-1,0-1 1,1 1-1,-1 0 1,0-1-1,0 1 1,-1 0-1,1 0 1,-5-3-1,-7-4 43,0 2 0,-1-1-1,-23-8 1,37 16-85,-21-7 10,0 1 0,-1 0 0,0 2 0,-45-3 0,-97 7-191,84 2-435,-253-2-197,-199 4-62,-296 80 880,738-69-94,2 4 0,-149 51 1,228-66 224,1 0 1,-1 1 0,1 0 0,0 0 0,1 1 0,0 0-1,0 1 1,0-1 0,0 2 0,1-1 0,0 1 0,1 0 0,0 0-1,-9 16 1,12-17-96,0-1 0,0 1-1,1 0 1,0 0-1,0 0 1,1 1 0,0-1-1,0 0 1,0 0 0,1 1-1,0-1 1,1 1 0,-1-1-1,2 0 1,-1 0-1,1 1 1,0-1 0,0 0-1,1-1 1,0 1 0,5 8-1,-2-6-35,0-1 0,1 0 0,0 0 0,0 0 0,1-1 0,0-1 0,0 1 0,1-1 0,-1 0 0,1-1 0,1 0 0,-1-1 0,1 0 0,0 0 0,10 2 0,14 3 0,0-1 0,0-2 0,43 2 0,332-3-762,-248-7 844,272-34-662,-49 0-193,-301 38 700,-56 0 69,0-2-1,0 0 1,0-2 0,34-6-1,-60 8 27,0 0 0,-1 0 0,1 0-1,0 0 1,-1 0 0,1 0 0,0-1 0,-1 1-1,1 0 1,0 0 0,-1 0 0,1-1 0,0 1-1,-1 0 1,1-1 0,0 1 0,-1-1 0,1 1 0,-1-1-1,1 1 1,-1-1 0,1 1 0,-1-1 0,0 1-1,1-1 1,0 0 0,-16-7 612,-33 1 20,-264-1-1096,-19-2-1332,-563-11 811,757 21 921,120 0 65,11 1 24,0 0 0,0-1 0,0 0 1,0 0-1,-1 0 0,1-1 0,0 0 0,0 0 0,0-1 0,1 1 1,-1-1-1,0-1 0,1 1 0,-11-7 0,15 9-29,1-1 0,-1 1 0,1-1 0,0 1 0,-1 0 0,1-1 0,0 1 0,-1-1 0,1 1-1,0-1 1,-1 1 0,1-1 0,0 1 0,0-1 0,0 1 0,-1-1 0,1 1 0,0-1 0,0 1 0,0-1 0,0 0 0,0 1 0,0-1 0,0 1 0,0-1 0,0 1-1,1-1 1,-1 1 0,0-1 0,0 0 0,0 1 0,0-1 0,1 1 0,-1-1 0,0 1 0,1 0 0,-1-1 0,25-14 688,34 2 415,31 5-1157,100 5 1,64-5-243,9-35 278,-176 25 0,0 4 0,136-4 0,-173 19 291,-44 0-91,-32-1-109,-183 0-278,-331 14-807,351 3 985,-36 3-95,-227 50 1,437-67 117,10-3-3,-1 1-1,1 0 1,0 0 0,0 0-1,-1 1 1,1 0 0,0 0-1,1 0 1,-1 0 0,0 1-1,1 0 1,-1 0 0,-4 4 0,9-6 10,0-1 1,0 0-1,0 1 1,0-1-1,-1 1 1,1-1-1,0 1 1,0-1-1,0 1 1,0-1 0,0 1-1,0-1 1,0 1-1,0-1 1,1 1-1,-1-1 1,0 0-1,0 1 1,0-1-1,0 1 1,1-1 0,-1 1-1,0-1 1,0 0-1,1 1 1,-1-1-1,0 0 1,1 1-1,-1-1 1,0 0-1,1 1 1,-1-1-1,0 0 1,1 0 0,-1 1-1,1-1 1,-1 0-1,0 0 1,1 0-1,-1 1 1,1-1-1,-1 0 1,1 0-1,-1 0 1,1 0 0,-1 0-1,1 0 1,29 6 68,-25-5-19,539 54-1613,-490-52 1422,1065 12-2384,-703-18 2646,646 3-1084,-1048 0 1383,0 0-1,0-1 0,0-1 1,0 0-1,23-7 1,-31 7-298,-1 0 1,1-1-1,-1 0 1,1 0-1,-1 0 1,0-1-1,0 0 1,0 1-1,-1-2 1,1 1 0,-1-1-1,0 1 1,0-1-1,-1 0 1,5-8-1,-1-2-129,2 1 0,0-1 1,0 1-1,13-13 0,-17 22-14,0 1-1,0 0 1,0 0-1,1 0 1,-1 0 0,1 1-1,0 0 1,0 1-1,0-1 1,0 1-1,0 0 1,1 0 0,9-1-1,356-65 1,-304 54 0,-1-2 0,102-39 0,31-8 0,-151 50 0,187-39 0,-84 19 0,-104 20 0,91-11 0,-59 14 0,105-27 0,-54 8 0,48 8 0,-118 16 0,102-22 0,-85 10 0,0 4 0,1 3 0,0 3 0,99 5 0,-104 1 0,63 4 0,-129-1 0,0 0 0,-1 1 0,1-1 0,-1 1 0,0 1 0,0-1 0,0 1 0,0 1 0,0-1 0,-1 1 0,0 0 0,0 0 0,-1 1 0,1 0 0,-1 0 0,5 7 0,-8-9 0,1-1 0,-1 1 0,0 0 0,-1 0 0,1-1 0,0 1 0,-1 0 0,0 0 0,0 0 0,0 1 0,-1-1 0,1 0 0,-1 8 0,-1-9 0,1 0 0,-1 0 0,0 0 0,0 0 0,0 0 0,-1 0 0,1-1 0,-1 1 0,1 0 0,-1-1 0,0 1 0,0-1 0,0 0 0,0 1 0,-1-1 0,1 0 0,0 0 0,-1-1 0,0 1 0,-4 2 0,-10 3 0,-1 0 0,1-2 0,-1 0 0,0-1 0,0-1 0,-21 2 0,-9 1 0,-96 24 16,72-13-322,-85 8-1,-717 19-1325,548-47 692,-304 5-1752,325 15 2504,-77 1 85,215-21 1787,-143 6 2665,306-3-4337,-1 1-1,0 0 1,1 0 0,-1 0-1,0 1 1,1 0 0,-1-1-1,1 2 1,-6 2-1,9-4-10,1-1-1,-1 0 0,1 1 0,-1-1 0,1 1 0,-1-1 1,1 1-1,0-1 0,-1 1 0,1-1 0,0 1 0,-1-1 0,1 1 1,0-1-1,0 1 0,-1-1 0,1 1 0,0 0 0,0-1 1,0 1-1,0-1 0,0 1 0,0 0 0,0-1 0,0 1 0,0-1 1,0 1-1,0-1 0,1 2 0,0 0 0,0 0 0,1-1 0,-1 1 0,1-1-1,-1 1 1,1-1 0,0 1 0,-1-1 0,1 0 0,0 0 0,0 0 0,0 0-1,4 1 1,21 8-39,0 0 0,1-2-1,0-2 1,0 0-1,32 2 1,154 0-795,-53-3 812,1546 20-6445,-1104-67 5959,-2-34 1,-313 50 1042,35-5 2939,-280 20-159,-65 24-2258,-370 209-864,311-180-193,-123 45 0,162-71 0,7-2 0,-1-1 0,0-2 0,-49 8 0,-89 10 0,-86 11 0,-60 1-269,-204 16-1754,157-21 1588,-25 2-49,357-37 478,-60 5-9,86-4 29,-1-1 0,1 1 0,0 1 1,-1-1-1,1 2 0,0-1 1,-10 6-1,18-8 7,0-1 0,0 0 0,0 1 0,0-1 0,0 1-1,0-1 1,0 1 0,0 0 0,0-1 0,1 1 0,-1 0 0,0 0 0,0 0 0,1 0 0,-1-1-1,0 1 1,1 0 0,-1 0 0,1 0 0,-1 0 0,1 0 0,-1 0 0,1 1 0,0-1-1,0 0 1,-1 0 0,1 0 0,0 0 0,0 0 0,0 0 0,0 0 0,0 1 0,1-1 0,-1 0-1,0 0 1,0 0 0,1 0 0,-1 0 0,1 0 0,-1 0 0,2 2 0,0-1 57,1 1 1,-1-1-1,1 0 1,0 1-1,0-1 1,-1-1 0,2 1-1,-1 0 1,0-1-1,0 0 1,0 1-1,1-1 1,3 0-1,54 8 28,0-3 0,0-2 0,95-7 0,-50 0-140,1452 0-1158,-998 4 2756,-1166 21-2134,547-16 86,-410 34-827,-297 17-1020,154-6 1026,171-21 859,-373 12-684,650-33 1130,-281 51 0,427-57 0,-112 13 307,-52 10 592,175-24-763,1-1 1,0 1-1,-1 1 0,1-1 0,0 1 0,0 0 0,0 0 0,-9 8 0,14-10-83,0 0 0,0 0 0,0 0 1,0 0-1,0 0 0,0 1 0,0-1 0,0 0 1,1 1-1,-1-1 0,1 1 0,-1-1 0,1 1 1,-1-1-1,1 1 0,0-1 0,0 1 0,0-1 0,0 1 1,0-1-1,0 1 0,0-1 0,0 1 0,0-1 1,1 1-1,-1-1 0,1 1 0,-1-1 0,1 1 1,0-1-1,-1 0 0,1 1 0,0-1 0,0 0 0,0 1 1,0-1-1,0 0 0,0 0 0,0 0 0,1 0 1,-1 0-1,2 1 0,7 6 97,0-1 1,1 0-1,-1-1 0,1 0 1,1 0-1,-1-1 0,1-1 0,0 0 1,0 0-1,20 2 0,17 2-123,64 0 0,-107-8 9,754 0-2658,-689-1 2025,1371-58-5400,-372-23 2722,-858 63 3802,-7-1 204,144-10 2900,-240 26-682,-190 28 983,-154 31-1571,37-6-3314,-43 5 741,-61 12-1190,-57-15-170,-401 5 0,670-53 1719,-1-4 0,-152-21 0,212 13 381,31 9-506,0-1 1,-1 1 0,1 0-1,0 0 1,-1-1 90,1 1-90,0 0-1,0 0 1,-1-1 0,1 1-1,0 0 1,0 0 0,0 0-1,0-1 1,0 1-1,0 0 1,0 0 0,0-1-1,0 1 1,0 0 0,0 0-1,0-1 1,0 1 0,0 0-1,0 0 1,0-1-1,0 1 1,0 0 0,0 0-1,0-1 1,0 1 0,0 0-1,0 0 1,0 0 0,0-1-1,1 1 1,-1-1 90,1 1-90,-1 0-1,0 0 1,1-1 0,4-2 215,1 1 0,0-1 0,-1 1 0,1 0 0,1 0 0,9-1 0,137-23-499,160-4 1,-52 7-1606,478-76-65,593-51-1758,-879 120 3235,474-15-643,-563 28 2520,16 0 3959,-378 17-5266,0-1-1,0 1 1,0 0-1,0 0 1,0 0-1,0 1 1,0-1-1,0 0 1,0 1-1,-1-1 1,1 1-1,0 0 0,0 0 1,2 1-1,-4-2-62,0 1 0,0 0 0,0-1-1,0 1 1,0-1 0,0 1-1,0-1 1,0 1 0,0-1 0,0 1-1,0-1 1,-1 1 0,1-1 0,-3 5 474,3-5-475,-1 0 1,1 1 0,-1-1 0,1 0-1,-1 0 1,1 1 0,-1-1-1,-57 30 1285,52-27-1541,-43 15 38,-1-2 1,0-2-1,-92 12 0,38-7-331,-278 43-434,-5 1 31,-230 14-278,461-70 3113,340-10 421,217 5-2478,-246 15 122,53 3 0,-182-20 0,-38 0 0,-41-1 0,-35 0-217,0 4 0,0 4 0,-145 31-1,-309 71-857,253-54-490,-769 101 209,1055-156 1356,-124 14-447,-106 15 1278,209-24-646,12-3 209,0 0 0,-1 0 0,1-1 0,-19-7 1198,31 6-1569,9-13 529,16-8-113,3 3-494,2 2 0,0 1 0,1 1 0,63-19 0,139-22-999,-111 30 329,349-72 695,-342 78-304,221-5 0,-221 23 246,236 7 596,-363-6-446,0 0 0,1 0 1,-1 0-1,1 0 1,-1 1-1,1-1 1,-1 1-1,0 0 0,0 0 1,1 0-1,-1 0 1,0 0-1,0 0 0,0 0 1,0 1-1,0-1 1,0 1-1,0 0 0,-1-1 1,4 5-1,-5-5-28,0 1 1,0-1-1,0 1 0,0 0 0,0-1 0,0 1 0,0-1 1,0 1-1,-1 0 0,1-1 0,-1 1 0,1-1 0,-1 1 1,0-1-1,1 1 0,-1-1 0,0 0 0,0 1 0,0-1 1,0 0-1,0 0 0,0 0 0,0 1 0,-1-1 0,1 0 1,0-1-1,-1 1 0,1 0 0,0 0 0,-1 0 0,-2 0 1,-29 16-29,0-2 1,-1-2-1,-1-1 1,0-1-1,-61 9 1,30-5-4,-426 97-1571,75-7 1568,414-104 6,-236 52-231,185-44 105,-1-2-1,-78-1 1,131-6 134,1 0-1,-1 1 1,1-1-1,-1 0 0,1 0 1,-1 0-1,1 0 1,0-1-1,-1 1 1,1 0-1,-1 0 1,1-1-1,-1 1 1,1-1-1,0 0 0,-1 1 1,1-1-1,0 0 1,0 0-1,0 1 1,-1-1-1,1 0 1,-1-1-1,2 0 37,1 1 1,-1 0-1,0 0 0,0 0 1,1 0-1,-1-1 1,1 1-1,-1 0 0,1 0 1,-1 0-1,1 0 0,0 0 1,0 0-1,-1 0 1,1 1-1,0-1 0,0 0 1,0 0-1,0 0 0,2 0 1,9-8 141,0 1-1,1 0 1,16-7 0,434-151-941,15 32-535,-125 37 837,50-34-178,-322 107 1086,2 4 1,88-11-1,-331 33 1252,69-3-1705,83 1 18,-402 14-773,131 3-438,-16 1 1055,220-10 88,-135 37 885,210-45-821,23 3 780,31-1-1805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0T18:54:02.522"/>
    </inkml:context>
    <inkml:brush xml:id="br0">
      <inkml:brushProperty name="width" value="0.35" units="cm"/>
      <inkml:brushProperty name="height" value="0.35" units="cm"/>
      <inkml:brushProperty name="color" value="#1F1F1F"/>
    </inkml:brush>
  </inkml:definitions>
  <inkml:trace contextRef="#ctx0" brushRef="#br0">300 199 24575,'-2'0'0,"0"-1"0,1 0 0,-1 0 0,0 0 0,0 0 0,1 0 0,-1-1 0,0 1 0,1-1 0,-1 1 0,1-1 0,0 1 0,-1-1 0,-1-3 0,-15-14 0,12 15 0,1 1 0,0 1 0,-1-1 0,0 1 0,0 0 0,0 0 0,0 0 0,0 1 0,0 0 0,0 0 0,0 1 0,0 0 0,0 0 0,0 0 0,0 1 0,-1 0 0,1 0 0,0 0 0,0 1 0,1 0 0,-1 0 0,0 1 0,1-1 0,-1 1 0,1 0 0,0 1 0,0-1 0,0 1 0,0 0 0,1 0 0,0 1 0,-1-1 0,2 1 0,-1 0 0,0 0 0,1 1 0,0-1 0,0 0 0,1 1 0,0 0 0,0 0 0,0-1 0,-2 13 0,-1 15 0,1 0 0,0 56 0,-3 34 0,-3-41 0,1 148 0,10-813 0,1 543 0,13-69 0,0-4 0,-18 533 0,5-210 0,1-163 0,2 0 0,2 0 0,26 87 0,-3-9 0,-6 54 0,-18-120 0,4 80-320,9 65-247,168 651 567,-142-704-1218,-25-79-4868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0T18:25:58.711"/>
    </inkml:context>
    <inkml:brush xml:id="br0">
      <inkml:brushProperty name="width" value="0.35" units="cm"/>
      <inkml:brushProperty name="height" value="0.35" units="cm"/>
      <inkml:brushProperty name="color" value="#1C1C1C"/>
    </inkml:brush>
  </inkml:definitions>
  <inkml:trace contextRef="#ctx0" brushRef="#br0">0 178 24575,'11'1'0,"-1"0"0,1 1 0,-1 0 0,19 7 0,30 5 0,260-8 0,-179-9 0,1488 3 0,-1596 2 0,1 1 0,37 9 0,-35-5 0,55 2 0,-37-10 0,0-3 0,-1-2 0,61-16 0,-51 10 0,107-9 0,-98 18 0,75-14 0,-64 8 0,1 4 0,110 6 0,-65 1 0,-108-1 0,-1 1 0,1 1 0,19 5 0,-26-5 0,-1 0 0,1 0 0,0-1 0,0-1 0,-1 0 0,1-1 0,0 0 0,0-1 0,20-4 0,-9-1 0,0 1 0,-1 0 0,2 3 0,-1 0 0,0 1 0,0 1 0,1 1 0,43 9 0,-60-10 0,1 0 0,0 0 0,-1-1 0,1 0 0,0 0 0,-1-1 0,0 0 0,1 0 0,-1-1 0,0-1 0,9-4 0,16-4 0,1-1 0,-18 7 0,0 0 0,0 1 0,1 1 0,18-2 0,-25 5 0,0 0 0,0-1 0,0 0 0,0 0 0,0-1 0,-1-1 0,1 0 0,-1 0 0,0 0 0,0-1 0,0-1 0,-1 1 0,0-2 0,0 1 0,14-15 0,-22 21 0,0-1 0,0 1 0,0 0 0,0 0 0,0 0 0,0 0 0,0 0 0,0 0 0,0 0 0,0-1 0,0 1 0,0 0 0,0 0 0,0 0 0,0 0 0,0 0 0,0 0 0,0-1 0,0 1 0,0 0 0,0 0 0,0 0 0,0 0 0,-1 0 0,1 0 0,0 0 0,0 0 0,0 0 0,0 0 0,0-1 0,0 1 0,0 0 0,0 0 0,-1 0 0,1 0 0,0 0 0,0 0 0,0 0 0,0 0 0,0 0 0,0 0 0,0 0 0,-1 0 0,1 0 0,0 0 0,0 0 0,0 0 0,0 0 0,0 0 0,0 0 0,-1 0 0,1 0 0,0 0 0,0 0 0,0 0 0,0 0 0,0 1 0,0-1 0,0 0 0,-1 0 0,-16 1 0,-23 6 0,-13 5 0,14-3 0,0-2 0,-65 5 0,-477-12 0,263-2 0,-2300 2 0,2585 2 0,1 1 0,-38 9 0,34-6 0,-54 4 0,-204-9 238,133-2-1841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0T18:26:00.460"/>
    </inkml:context>
    <inkml:brush xml:id="br0">
      <inkml:brushProperty name="width" value="0.35" units="cm"/>
      <inkml:brushProperty name="height" value="0.35" units="cm"/>
      <inkml:brushProperty name="color" value="#1C1C1C"/>
    </inkml:brush>
  </inkml:definitions>
  <inkml:trace contextRef="#ctx0" brushRef="#br0">0 135 24575,'3'-1'0,"-1"1"0,1-1 0,-1 0 0,1 0 0,-1 1 0,0-2 0,1 1 0,3-3 0,13-5 0,24-4 0,1 2 0,55-8 0,41-4 0,-111 19 0,0 0 0,-1 2 0,1 1 0,0 1 0,0 2 0,0 0 0,50 13 0,-13-6 0,0-3 0,0-3 0,74-6 0,-21 1 0,-38 1 0,97 3 0,-99 13 0,-59-10 0,1 0 0,24 1 0,-7-4 0,-17-2 0,0 1 0,0 2 0,26 5 0,-16-1 0,1-1 0,0-1 0,35-1 0,99-5 0,-64-1 0,817 2 0,-883-2 0,1-2 0,42-10 0,-3 1 0,-1-1 0,-41 7 0,52-4 0,-54 8 0,45-10 0,-48 7 0,0 1 0,31-1 0,-43 6 0,23-1 0,-1-1 0,74-14 0,-62 8 0,0 2 0,0 3 0,100 5 0,-44 1 0,-70-4 0,-19 0 0,0 1 0,26 2 0,-43-2-32,-1 0-1,1 0 1,-1 0-1,1 0 1,-1 0-1,1 0 1,-1 0-1,1 0 1,-1 1-1,0-1 1,1 0-1,-1 0 1,1 0-1,-1 0 1,1 1-1,-1-1 1,0 0-1,1 0 1,-1 1-1,1-1 1,-1 0-1,0 0 1,1 1-1,-1-1 1,0 1-1,0-1 1,1 0-1,-1 1 1,0-1-1,0 1 1,0-1-1,1 0 1,-1 1-1,0-1 1,0 1-1,0-1 1,0 1-1,0-1 0,0 1 1,0-1-1,0 1 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0T18:26:01.184"/>
    </inkml:context>
    <inkml:brush xml:id="br0">
      <inkml:brushProperty name="width" value="0.35" units="cm"/>
      <inkml:brushProperty name="height" value="0.35" units="cm"/>
      <inkml:brushProperty name="color" value="#1C1C1C"/>
    </inkml:brush>
  </inkml:definitions>
  <inkml:trace contextRef="#ctx0" brushRef="#br0">2187 133 24575,'-30'-2'0,"0"-1"0,0-1 0,0-2 0,-33-12 0,26 8 0,-71-11 0,84 17 0,1 0 0,-1-2 0,-32-13 0,34 11 0,0 1 0,0 1 0,-46-7 0,-190 11 0,126 5 0,111-2 0,1 1 0,-1 1 0,-23 7 0,20-5 0,-42 5 0,-68 7 0,-25 0 0,114-13 0,-69 13 0,46-4 0,1 1 0,45-8 0,0-2 0,-31 3 0,-30-6 0,58-2 0,0 0 0,0 3 0,1 0 0,-41 8 0,-16 7-1365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0T18:34:40.117"/>
    </inkml:context>
    <inkml:brush xml:id="br0">
      <inkml:brushProperty name="width" value="0.35" units="cm"/>
      <inkml:brushProperty name="height" value="0.35" units="cm"/>
      <inkml:brushProperty name="color" value="#1F1F1F"/>
    </inkml:brush>
  </inkml:definitions>
  <inkml:trace contextRef="#ctx0" brushRef="#br0">0 155 24575,'1'1'0,"-1"0"0,1 1 0,-1-1 0,1 0 0,0 1 0,0-1 0,0 0 0,0 0 0,0 0 0,0 0 0,0 0 0,0 0 0,0 0 0,0 0 0,0 0 0,1 0 0,-1 0 0,0-1 0,1 1 0,-1-1 0,1 1 0,-1-1 0,0 1 0,1-1 0,-1 0 0,1 0 0,2 0 0,48 5 0,-46-4 0,555 2 0,-288-6 0,-226 3 0,16-1 0,-1 3 0,102 15 0,-94-8 0,1-3 0,0-2 0,78-8 0,-13 1 0,-14 1 0,133 5 0,-146 11 0,-69-7 0,52 1 0,313-9 0,-382 0 0,-1-1 0,40-10 0,-38 7 0,0 1 0,29-2 0,-4 4 0,82-13 0,-98 10 0,0 1 0,1 2 0,0 1 0,-1 2 0,1 1 0,64 13 0,-43-7 0,80 2 0,16 2 0,-36-1 0,205-8 0,-158-6 0,-25 5 0,151-4 0,-257-3 0,0-1 0,0-1 0,0-2 0,-1-1 0,33-15 0,-1-8 0,-49 25 0,1 0 0,0 1 0,0 1 0,21-7 0,-21 10 0,-10 2 0,0 0 0,0 1 0,0-1 0,0 0 0,0-1 0,-1 1 0,1-1 0,0 0 0,-1 0 0,0 0 0,7-4 0,-10 5 0,0 1 0,0 0 0,0 0 0,0 0 0,0 0 0,0-1 0,1 1 0,-1 0 0,0 0 0,0-1 0,0 1 0,0 0 0,0 0 0,0 0 0,0-1 0,0 1 0,0 0 0,0 0 0,0-1 0,0 1 0,0 0 0,0 0 0,0 0 0,0-1 0,0 1 0,0 0 0,-1 0 0,1 0 0,0-1 0,0 1 0,0 0 0,0 0 0,0 0 0,-1-1 0,1 1 0,0 0 0,0 0 0,0 0 0,0 0 0,-1 0 0,1 0 0,0-1 0,0 1 0,0 0 0,-1 0 0,1 0 0,-18-5 0,-18 1 0,-457 1 0,240 6 0,162-2 0,21 1 0,1-3 0,-86-12 0,34-1 0,-1 6 0,-158 9 0,99 2 0,-1912-3 0,2086 0 0,4 0 0,-1 0 0,1 1 0,-1-1 0,0-1 0,1 1 0,-1 0 0,1-1 0,-1 0 0,1 0 0,-1 0 0,1 0 0,-1 0 0,1-1 0,-4-2 0,6 4 0,1-1 0,0 1 0,0-1 0,0 1 0,0 0 0,0-1 0,0 1 0,0-1 0,0 1 0,1 0 0,-1-1 0,0 1 0,0 0 0,0-1 0,0 1 0,0-1 0,1 1 0,-1 0 0,0 0 0,0-1 0,0 1 0,1 0 0,-1-1 0,0 1 0,1 0 0,-1 0 0,0-1 0,1 1 0,-1 0 0,0 0 0,1 0 0,-1-1 0,0 1 0,1 0 0,-1 0 0,0 0 0,1 0 0,-1 0 0,1 0 0,-1 0 0,0 0 0,1 0 0,-1 0 0,1 0 0,0 0 0,21-4 0,93-3 0,133 8 0,-84 2 0,197-3-1365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0T18:34:43.034"/>
    </inkml:context>
    <inkml:brush xml:id="br0">
      <inkml:brushProperty name="width" value="0.35" units="cm"/>
      <inkml:brushProperty name="height" value="0.35" units="cm"/>
      <inkml:brushProperty name="color" value="#1F1F1F"/>
    </inkml:brush>
  </inkml:definitions>
  <inkml:trace contextRef="#ctx0" brushRef="#br0">5770 587 24575,'28'-2'0,"-1"-1"0,0-1 0,0-2 0,0 0 0,49-20 0,23-6 0,-97 31 0,0 0 0,1 1 0,-1-1 0,0 1 0,0-1 0,1 1 0,-1 0 0,1-1 0,-1 1 0,0 0 0,1 1 0,-1-1 0,0 0 0,1 1 0,-1-1 0,0 1 0,0 0 0,1 0 0,-1 0 0,0 0 0,0 0 0,0 0 0,0 1 0,0-1 0,0 1 0,-1-1 0,1 1 0,0 0 0,1 2 0,-1-1 0,-1 1 0,1 0 0,-1 0 0,0 0 0,0 0 0,0 0 0,-1 1 0,1-1 0,-1 0 0,0 0 0,0 0 0,-1 1 0,1-1 0,-1 0 0,0 0 0,-1 5 0,-22 101 0,23-98 0,0-1 0,0 1 0,1 0 0,0-1 0,1 1 0,0 0 0,5 16 0,-6-27 0,1 0 0,-1 0 0,0 0 0,1 0 0,-1 0 0,0 0 0,1 0 0,-1 0 0,1 0 0,0 0 0,-1 0 0,1 0 0,0 0 0,0-1 0,-1 1 0,1 0 0,0-1 0,2 2 0,-3-2 0,1 0 0,0 0 0,-1 0 0,1 0 0,0 0 0,-1 0 0,1 0 0,0 0 0,-1 0 0,1 0 0,0 0 0,-1 0 0,1-1 0,-1 1 0,1 0 0,0-1 0,-1 1 0,1 0 0,-1-1 0,1 1 0,-1 0 0,1-2 0,2 0 0,-1-1 0,0 0 0,0 1 0,0-1 0,0 0 0,0 0 0,0-1 0,-1 1 0,2-5 0,3-27 0,-1 0 0,-3-1 0,0 1 0,-6-63 0,0 3 0,4 48 0,1-16 0,-3 0 0,-15-93 0,12 120 0,-3-64 0,28 320 0,-13-155 0,-3 0 0,-5 81 0,3 66 0,11-145 0,-7-45 0,-2 0 0,3 30 0,-6-47 0,-1 0 0,0 0 0,0-1 0,-1 1 0,1 0 0,-1-1 0,0 1 0,0 0 0,-1-1 0,1 1 0,-1-1 0,0 0 0,0 1 0,-1-1 0,1 0 0,-5 5 0,4-6 0,0 0 0,-1-1 0,1 1 0,-1-1 0,0 0 0,0 0 0,0 0 0,0 0 0,0 0 0,0-1 0,0 0 0,-1 0 0,1 0 0,-6 0 0,-70-1 0,8 1 0,45 4 0,9-2 0,1 0 0,-1 0 0,0-2 0,-1 0 0,1-1 0,-28-5 0,-49-15 0,-49-9 0,73 18 0,27 3 0,-80-3 0,-22 14 0,-126-5 0,191-12 0,60 9 0,-2 0 0,-31-1 0,17 6 0,-16-1 0,-97-15 0,-209-29 0,257 32 0,-43-2 0,-61 17 0,-88-4 0,169-12 0,72 6 0,-69 0 0,-479 9 0,546-3 0,-60-11 0,-41-2 0,23 0 0,90 8 0,-59-1 0,-1023 9 0,1095 0 0,1 2 0,-35 8 0,32-5 0,-51 3 0,49-8 0,1 1 0,-62 13 0,63-10 0,0-1 0,-1-2 0,-60-2 0,-32 1 0,94 8 0,30-2 0,20-1 0,3-4 0,0-1 0,0-2 0,-1 0 0,40-7 0,6 0 0,249-39-185,-202 26-269,145-8-1,0 15 458,137-4-94,-157 20-113,203-4-35,-295-12 819,35-2 372,711 17-859,-838 3-93,-1 1 0,89 21 0,-6-1 0,-129-24 0,87 13 0,151 3 0,726-19 0,-541 3 0,-419-2 0,0 0 0,0 0 0,0-1 0,-1-1 0,20-6 0,-31 9 1,0 0 0,0 0 0,0 0 0,0 0 0,0 0 0,0 0-1,0 1 1,0-1 0,0 0 0,0 0 0,0 0 0,0 0 0,0 0 0,0 0-1,0 0 1,0 0 0,1 0 0,-1 1 0,0-1 0,0 0 0,0 0 0,0 0 0,0 0-1,0 0 1,0 0 0,0 0 0,0 0 0,1 0 0,-1 0 0,0 0 0,0 0 0,0 0-1,-11 8-980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0T18:34:49.286"/>
    </inkml:context>
    <inkml:brush xml:id="br0">
      <inkml:brushProperty name="width" value="0.35" units="cm"/>
      <inkml:brushProperty name="height" value="0.35" units="cm"/>
      <inkml:brushProperty name="color" value="#1F1F1F"/>
    </inkml:brush>
  </inkml:definitions>
  <inkml:trace contextRef="#ctx0" brushRef="#br0">5408 1194 24575,'-571'0'0,"535"-2"0,0-2 0,1-2 0,-46-12 0,37 8 0,-63-8 0,-28 4 0,-121-6 0,-1074 21 0,1302 1 0,0 1 0,-37 8 0,-39 4 0,-456-12 0,288-6 0,216 6 0,-60 10 0,61-6 0,-65 1 0,-6-10 0,-137 4 0,178 13 0,70-10 0,-1-2 0,-1 0 0,1-1 0,0 0 0,0-1 0,-29-3 0,44 2 0,1 0 0,0 0 0,0 0 0,0 0 0,0 0 0,0 0 0,-1 0 0,1 0 0,0 0 0,0 0 0,0 0 0,0 0 0,0 0 0,0 0 0,-1 0 0,1 0 0,0 0 0,0 0 0,0 0 0,0 0 0,0 0 0,0 0 0,0 0 0,-1 0 0,1-1 0,0 1 0,0 0 0,0 0 0,0 0 0,0 0 0,0 0 0,0 0 0,0 0 0,0-1 0,0 1 0,0 0 0,0 0 0,-1 0 0,1 0 0,0 0 0,0 0 0,0-1 0,0 1 0,0 0 0,0 0 0,0 0 0,0 0 0,0 0 0,1 0 0,-1-1 0,0 1 0,0 0 0,0 0 0,0 0 0,0 0 0,0 0 0,0 0 0,0-1 0,0 1 0,0 0 0,0 0 0,0 0 0,0 0 0,1 0 0,-1 0 0,13-9 0,17-5 0,7 2 0,0 3 0,1 0 0,-1 3 0,46-3 0,24-3 0,3-5 0,182-3 0,862 22 0,-1030 3 0,147 24 0,-73 10 0,-126-23 0,0-2 0,96 5 0,-101-16 0,-1 3 0,0 3 0,107 28 0,-249-34 0,-88-3 0,-318-19 0,128-15 0,-109-14 0,144 25 0,62 8 0,-62 7 0,52 4 0,266 4 0,-1 0 0,0 0 0,1 0 0,-1-1 0,0 1 0,1 0 0,-1-1 0,0 1 0,1-1 0,-1 1 0,1-1 0,-1 0 0,1 1 0,-2-2 0,3 1 0,0 1 0,0-1 0,0 1 0,0 0 0,0-1 0,0 1 0,0-1 0,0 1 0,0-1 0,0 1 0,1 0 0,-1-1 0,0 1 0,0-1 0,0 1 0,1 0 0,-1-1 0,0 1 0,1 0 0,-1-1 0,0 1 0,1 0 0,-1 0 0,0-1 0,1 1 0,-1 0 0,0 0 0,1-1 0,-1 1 0,1 0 0,0 0 0,51-21 0,25-1-202,1 4 0,1 2 0,0 5 0,116-3 0,861-27-1693,-790 22 1895,192-11 0,-241 17-879,133-3-9,-92-6 2997,-198 15-719,-53 6-1275,0-1 0,0 1 1,-1-1-1,1-1 0,-1 1 1,0-1-1,0 0 1,9-6-1,-14 9-106,0-1 0,0 0 0,0 0 0,0 1 0,0-1 0,-1 0 0,1 0 0,0 0 0,0 0 0,-1 0 1,1 0-1,0 0 0,-1 0 0,1 0 0,-1 0 0,0-1 0,1 1 0,-1 0 0,0 0 0,0 0 0,1-2 0,-2 1-12,1 1 0,-1-1 0,0 1 0,0-1 0,0 0 0,1 1 0,-1 0 0,0-1 0,-1 1 0,1 0 0,0-1 0,0 1 0,-1 0 0,1 0-1,0 0 1,-1 0 0,1 0 0,-1 0 0,1 1 0,-3-2 0,-34-15 3,-1 1 0,-78-20 0,-15-5 0,62 18 0,-2 3 0,-126-17 0,128 25 0,-18-2 0,-140-30 0,208 40 0,5 1 0,0 0 0,0-1 0,-19-9 0,32 13 0,1 0 0,0-1 0,-1 1 0,1-1 0,0 1 0,-1-1 0,1 1 0,0-1 0,0 0 0,-1 0 0,1 0 0,0 0 0,0 0 0,0 0 0,0 0 0,0 0 0,1 0 0,-1 0 0,0 0 0,0-1 0,1 1 0,-1 0 0,1-1 0,-1 1 0,1 0 0,-1-1 0,1 1 0,0 0 0,0-1 0,0 1 0,0-1 0,0 1 0,0-1 0,0 1 0,0 0 0,0-1 0,1 1 0,-1-1 0,1 1 0,-1 0 0,1-1 0,-1 1 0,1 0 0,1-2 0,1-1 0,1 0 0,0 0 0,0 1 0,0 0 0,0-1 0,0 1 0,1 1 0,0-1 0,-1 1 0,7-3 0,58-19 0,-48 17 0,19-4 0,0 2 0,81-7 0,-2 0 0,-32 0-387,856-142-117,-548 117 504,-151 14 149,-476 29 586,110-4-728,61 2-7,-64-1 0,-156 20 0,150-10 0,42-5 0,86-3 0,0-1 0,1 0 0,-1 1 0,0 0 0,1-1 0,-1 1 0,0 0 0,1 0 0,-1 1 0,1-1 0,0 0 0,-1 1 0,1 0 0,0-1 0,0 1 0,0 0 0,0 0 0,0 0 0,1 0 0,-1 0 0,-1 4 0,0-1 0,1 1 0,0 0 0,0-1 0,0 1 0,1 0 0,0 0 0,0 0 0,0 0 0,1 9 0,1 0 0,0-1 0,0 0 0,2 0 0,0 0 0,0 0 0,1 0 0,12 24 0,-7-24 0,1 0 0,0-1 0,1 0 0,0-1 0,1 0 0,1 0 0,0-2 0,0 1 0,24 12 0,42 36 0,-69-51 0,1 0 0,0-1 0,1-1 0,0 0 0,0 0 0,0-1 0,1-1 0,21 5 0,-3-2 0,0-2 0,49 2 0,-2-7 0,-106 0 0,11-1 0,0 1 0,0 1 0,1 0 0,-1 2 0,0 0 0,-20 6 0,15-1 0,10-5 0,1 1 0,-1 1 0,1 0 0,0 1 0,0 0 0,0 0 0,-18 16 0,29-21 0,-1-1 0,1 0 0,-1 1 0,1-1 0,-1 1 0,1-1 0,-1 1 0,1-1 0,-1 1 0,1-1 0,0 1 0,-1 0 0,1-1 0,0 1 0,0-1 0,0 1 0,-1 0 0,1-1 0,0 1 0,0 0 0,0-1 0,0 1 0,0 0 0,0-1 0,0 1 0,0 0 0,0-1 0,0 1 0,1 0 0,-1-1 0,0 1 0,0-1 0,1 1 0,-1 0 0,1 0 0,0 1 0,1-1 0,0 0 0,0 0 0,0 0 0,0 0 0,0 0 0,0 0 0,0 0 0,0-1 0,0 1 0,3 0 0,60 4 0,-63-5 0,36 0 0,7 0 0,74 9 0,-59 0 0,1-2 0,0-3 0,105-6 0,-160 1 0,-1-1 0,0 1 0,0-1 0,0 0 0,0 0 0,0-1 0,0 0 0,0 1 0,-1-2 0,1 1 0,-1 0 0,0-1 0,7-7 0,-7 6 0,0 1 0,0 0 0,1 0 0,0 0 0,0 1 0,0-1 0,0 1 0,1 0 0,-1 1 0,1-1 0,-1 1 0,10-2 0,0 2 0,0 1 0,0 0 0,0 2 0,0-1 0,-1 2 0,1 0 0,0 1 0,-1 0 0,1 1 0,-1 1 0,0 0 0,0 1 0,-1 1 0,0 0 0,0 0 0,0 1 0,20 18 0,-28-22 0,-1 0 0,1 0 0,0-1 0,1 0 0,-1 0 0,0 0 0,1-1 0,0 0 0,-1 0 0,1 0 0,0 0 0,0-1 0,0 0 0,0-1 0,0 1 0,1-1 0,-1 0 0,0-1 0,0 0 0,0 0 0,0 0 0,0 0 0,-1-1 0,1 0 0,0 0 0,0-1 0,-1 1 0,0-1 0,0 0 0,1-1 0,-2 0 0,1 1 0,0-1 0,-1-1 0,0 1 0,0-1 0,0 1 0,0-1 0,-1 0 0,0-1 0,0 1 0,0 0 0,-1-1 0,0 0 0,0 0 0,0 1 0,1-11 0,-2 7 0,0 0 0,0-1 0,-1 1 0,-1-1 0,1 1 0,-3-11 0,2 19 0,1 0 0,0 0 0,0-1 0,-1 1 0,1 0 0,-1 0 0,1 0 0,-1-1 0,0 1 0,1 0 0,-1 0 0,0 0 0,0 0 0,0 0 0,0 0 0,0 1 0,0-1 0,0 0 0,0 0 0,-2 0 0,1 0 0,1 1 0,-1 0 0,0 0 0,1 1 0,-1-1 0,0 0 0,1 1 0,-1-1 0,0 0 0,1 1 0,-1 0 0,0-1 0,1 1 0,-1 0 0,1 0 0,0 0 0,-1 0 0,1 0 0,0 0 0,-2 3 0,-10 6 0,0 1 0,1 0 0,1 1 0,0 1 0,1 0 0,0 0 0,1 1 0,1 0 0,0 1 0,1 0 0,-7 17 0,11-23 0,2-2 0,-1 0 0,-1-1 0,1 1 0,-1-1 0,-7 12 0,9-18 0,1 0 0,0 0 0,0 0 0,-1 0 0,1 0 0,0 1 0,0-1 0,0 0 0,-1 0 0,1 0 0,0 0 0,0 0 0,-1 0 0,1 0 0,0 0 0,0 0 0,-1 0 0,1 0 0,0 0 0,0-1 0,-1 1 0,1 0 0,0 0 0,0 0 0,0 0 0,-1 0 0,1 0 0,0-1 0,0 1 0,0 0 0,-1 0 0,1 0 0,0 0 0,0-1 0,0 1 0,0 0 0,0 0 0,-1 0 0,1-1 0,0 1 0,0 0 0,0 0 0,0-1 0,0 1 0,0 0 0,0 0 0,0-1 0,0 1 0,0 0 0,0 0 0,0-1 0,0 1 0,0 0 0,0 0 0,0 0 0,0-1 0,0 1 0,0 0 0,1 0 0,-1-1 0,-2-18 0,0-396 0,5 198 0,-3 210 0,-1 0 0,1 0 0,-1 1 0,0-1 0,-1 0 0,0 1 0,0 0 0,0-1 0,0 1 0,-1 0 0,0 0 0,-1 0 0,1 0 0,-1 1 0,-7-8 0,7 9 0,0 1 0,0-1 0,0 1 0,-1 0 0,1 0 0,-1 0 0,0 1 0,0 0 0,0 0 0,0 0 0,0 0 0,0 1 0,0 0 0,-1 0 0,1 0 0,0 1 0,-1 0 0,1 0 0,0 0 0,-7 1 0,-2 2 0,0 0 0,0 1 0,0 1 0,0 0 0,1 0 0,0 1 0,0 1 0,0 1 0,1-1 0,0 2 0,1 0 0,0 0 0,0 1 0,-17 22 0,-4 9 0,2 1 0,-44 86 0,39-66 0,20-37 0,1 1 0,1 0 0,2 0 0,0 1 0,2 1 0,1 0 0,1 0 0,2 1 0,0-1 0,0 50 0,8 32 0,-4-128 0,0-16 0,-8-49 0,3 53 0,-1 0 0,-2 1 0,-1-1 0,-1 2 0,-19-35 0,20 45 0,-1 2 0,-1-1 0,0 2 0,-2-1 0,1 2 0,-2 0 0,0 0 0,0 2 0,-20-13 0,2 3 0,-1 2 0,-40-17 0,57 30 0,0 1 0,-1 0 0,0 2 0,0 0 0,0 1 0,-31-2 0,6 5 0,0 2 0,0 2 0,-64 14 0,-121 44 0,220-59 0,-83 24 0,-6 1 0,0 4 0,-138 67 0,166-67 0,-2-3 0,-99 26 0,133-46 0,1-2 0,-2-2 0,1-1 0,-58-2 0,-13 2 0,105-4 0,0 1 0,0-1 0,0 1 0,1 0 0,-1 0 0,0 0 0,0 0 0,1 1 0,-1-1 0,1 1 0,-1-1 0,1 1 0,-3 2 0,4-3 0,1-1 0,0 1 0,-1-1 0,1 1 0,-1-1 0,1 1 0,0-1 0,-1 1 0,1-1 0,0 1 0,0-1 0,0 1 0,-1 0 0,1-1 0,0 1 0,0 0 0,0-1 0,0 1 0,0-1 0,0 1 0,0 0 0,0-1 0,0 1 0,1 1 0,-1-1 0,1 0 0,0 0 0,0 0 0,0 0 0,0 0 0,0 0 0,0 0 0,0-1 0,0 1 0,0 0 0,0 0 0,1-1 0,-1 1 0,0-1 0,1 1 0,1 0 0,10 2 0,0 0 0,1-1 0,-1 0 0,0 0 0,1-2 0,-1 0 0,1 0 0,-1-1 0,1-1 0,-1 0 0,0-1 0,0-1 0,0 0 0,0 0 0,16-9 0,-21 9 0,1 0 0,0-1 0,-1 0 0,0-1 0,0 0 0,-1 0 0,0-1 0,0 0 0,0 0 0,-1 0 0,0-1 0,0 0 0,-1 0 0,0-1 0,0 1 0,-1-1 0,0 0 0,-1 0 0,0-1 0,-1 1 0,3-18 0,-3 10 0,0-1 0,-2 1 0,0-1 0,-2 0 0,-3-24 0,3 37 0,1-1 0,-1 1 0,0 0 0,0 0 0,0 0 0,-1 0 0,0 0 0,0 0 0,0 1 0,0-1 0,-1 1 0,0 0 0,0 0 0,0 0 0,0 1 0,-1-1 0,1 1 0,-1 0 0,0 0 0,0 1 0,-5-3 0,-65-25 0,-1 3 0,-112-23 0,107 37 0,-133-5 0,-84 19 0,124 1 0,244 21 0,136 31-882,231 30 0,-101-31 290,210 29 111,-496-75 807,52 14 0,-192-15 1859,-952-7-2185,1239 15 0,-22 1 0,377-13 0,-283-4 0,-245 2 0,-1-1 0,1-2 0,-1 0 0,1-2 0,-1 0 0,-1-1 0,1-2 0,28-13 0,-51 21 0,0 0 0,0 0 0,0 0 0,-1 0 0,1 0 0,0 0 0,0 0 0,0 0 0,0 0 0,0 0 0,0 0 0,0 0 0,0-1 0,0 1 0,0 0 0,-1 0 0,1 0 0,0 0 0,0 0 0,0 0 0,0 0 0,0 0 0,0 0 0,0-1 0,0 1 0,0 0 0,0 0 0,0 0 0,0 0 0,0 0 0,0 0 0,0 0 0,0 0 0,0-1 0,0 1 0,0 0 0,0 0 0,0 0 0,0 0 0,0 0 0,0 0 0,0 0 0,0 0 0,0-1 0,1 1 0,-1 0 0,0 0 0,0 0 0,0 0 0,0 0 0,0 0 0,0 0 0,0 0 0,0 0 0,0 0 0,0 0 0,0 0 0,1 0 0,-1 0 0,0 0 0,0 0 0,0-1 0,0 1 0,0 0 0,0 0 0,0 0 0,0 0 0,1 0 0,-1 0 0,-13-2 0,-18 0 0,-1057 4 0,1445 16 0,-235-7 0,322 38 0,-171-19 0,-59 13 0,-173-32 0,-33-2 0,-29-3 0,-66 5 0,-142 11 0,135-17 0,-100 19 0,-77 6 0,217-26 0,1 3 0,-69 17 0,64-11 0,-83 8 0,180-21 0,-1 3 0,1 1 0,49 12 0,82 9 0,219-4-569,171 44 569,-485-62 0,-53-4 0,0 2 0,0 1 0,-1 0 0,41 10 0,-60-11 18,0 0 0,1-1 0,-1 1 0,0 0 0,0 0 0,0 0 0,0 1 0,0-1 0,0 0 0,0 1 0,0-1 0,0 1 0,-1 0 0,2 2 0,-2-4-10,-1 1 1,1 0 0,-1 0-1,0 0 1,0 0 0,0-1 0,1 1-1,-1 0 1,0 0 0,0 0 0,0 0-1,0 0 1,0 0 0,-1-1-1,1 1 1,0 0 0,0 0 0,0 0-1,-1 0 1,1 0 0,0-1 0,-1 1-1,1 0 1,-1 0 0,0 0-1,-2 3-1,-1 0 0,0-1-1,0 1 1,0-1 0,0 0-1,-1 0 1,1-1-1,-1 1 1,0-1 0,-9 3-1,-13 4-6,-1-2 0,0-2 0,0 0 0,-42 1 0,-120-8 0,77-1 0,-25 3 0,1431 0 0,-1291 0 0,-1 1 0,1-1 0,0 0 0,0 0 0,0 0 0,0 0 0,0 0 0,0-1 0,0 1 0,-1-1 0,1 1 0,0-1 0,0 1 0,0-1 0,-1 0 0,1 0 0,3-2 0,-5 2 0,0 0 0,0 0 0,0 0 0,-1 1 0,1-1 0,0 0 0,0 0 0,0 0 0,-1 1 0,1-1 0,0 0 0,-1 0 0,1 0 0,-1 1 0,1-1 0,-1 0 0,1 1 0,-1-1 0,1 1 0,-1-1 0,0 0 0,1 1 0,-1-1 0,0 1 0,0 0 0,0-1 0,-11-7 0,1 1 0,-1 0 0,-21-8 0,-118-28 0,72 23 0,31 9 0,-76-8 0,0 1 0,20 3-43,0 4-1,-116 4 0,100 4-432,-139-26 434,173 15 316,-102-2 0,166 16-237,-1-1-1,-29-6 1,48 6-37,0 1-1,-1-1 1,1 0-1,0 0 1,0-1-1,0 1 1,0-1 0,0 0-1,0 0 1,1 0-1,-1 0 1,1-1-1,-1 0 1,1 1-1,0-1 1,0-1 0,0 1-1,1 0 1,-5-7-1,7 9 1,-1 0 0,1 0 0,0 0 0,0 1 0,0-1 0,0 0 0,0 0 0,0 0 0,0 0 0,0 0 0,0 0 0,1 0 0,-1 0 0,0 1 0,0-1 0,1 0 0,-1 0 0,1 0 0,-1 1 0,1-1 0,-1 0 0,1 0 0,-1 1 0,1-1 0,0 0 0,-1 1 0,1-1 0,0 1 0,0-1 0,-1 1 0,1-1 0,0 1 0,0 0 0,0-1 0,0 1 0,-1 0 0,1-1 0,0 1 0,0 0 0,1 0 0,41-7 0,-41 7 0,339-2 0,-161 6 0,-134-3 0,-29 0 0,0 0 0,0-1 0,0-1 0,1-1 0,18-4 0,-35 6 0,-1 0 0,1 0 0,-1 0 0,1 0 0,-1 0 0,1 0 0,-1-1 0,1 1 0,-1 0 0,1 0 0,-1 0 0,1-1 0,-1 1 0,1 0 0,-1-1 0,0 1 0,1 0 0,-1-1 0,1 1 0,-1-1 0,0 1 0,1-1 0,-1 1 0,0-1 0,0 1 0,0 0 0,1-1 0,-1 1 0,0-1 0,0 0 0,0 1 0,0-1 0,0 1 0,0-1 0,0 1 0,0-1 0,0 1 0,0-1 0,0 1 0,0-1 0,-19-21 0,-33-10 0,-40 0-143,-2 5 0,-131-22-1,-199 3-1462,-533 33-1334,593 16 2610,252-3 298,-459 7-741,2 48 158,414-31 807,42-9 176,1 5 0,-117 38 0,207-51 210,0 2 1,1 0 0,-34 20 0,49-26-417,1 1 0,0-1 1,0 1-1,0 0 0,0 0 0,1 0 1,0 1-1,-1 0 0,2 0 0,-1 0 1,0 0-1,1 1 0,0-1 1,1 1-1,-1 0 0,1-1 0,0 1 1,-2 9-1,4-12-161,0 0 0,0 0 1,0-1-1,1 1 0,-1 0 0,1 0 0,-1-1 0,1 1 1,0 0-1,0-1 0,0 1 0,1-1 0,-1 0 1,1 1-1,-1-1 0,1 0 0,0 0 0,-1 1 0,1-1 1,0-1-1,0 1 0,1 0 0,-1 0 0,0-1 0,1 0 1,-1 1-1,1-1 0,-1 0 0,4 1 0,9 4-2,0-2-1,1 1 1,29 3 0,-27-5 3,65 9-242,129 3-1,87-18-1347,-254 2 1250,743-67-2376,-301 17 106,80 12 2463,152-14 158,-363 32-658,-64 6 768,-257 13 551,0-1-1,-1-2 1,1-2 0,-1 0 0,-1-3 0,48-18-1,-77 25-537,0 0 1,0 0-1,-1 0 0,1 0 0,-1 0 0,0-1 1,1 1-1,-1-1 0,-1 0 0,1 0 0,-1 0 0,1-1 1,-1 1-1,0 0 0,-1-1 0,1 1 0,-1-1 0,0 0 1,0 1-1,0-1 0,-1 0 0,0 0 0,0 0 0,0 1 1,0-1-1,-2-8 0,0 0-137,0 0 0,-1 0 0,-1 0 0,0 1 0,0-1-1,-1 1 1,-1 0 0,-12-19 0,17 29 1,-1-1 0,0 1 0,1 0 0,-1 0 0,0-1 0,-1 1 0,1 0 0,0 1 0,-1-1 0,1 0 0,0 1 0,-1-1 0,0 1 0,1 0 0,-1 0 0,0 0 0,0 0 0,0 0 0,0 1 0,1-1 0,-1 1 0,0 0 0,-4 0 0,4 1 0,1-1 0,-1 1 0,1 0 0,0 0 0,0 0 0,-1 0 0,1 0 0,0 1 0,0-1 0,0 1 0,0-1 0,0 1 0,1 0 0,-1-1 0,0 1 0,1 0 0,-1 0 0,1 1 0,0-1 0,0 0 0,0 0 0,0 0 0,0 1 0,0-1 0,0 1 0,1-1 0,-1 4 0,-4 27 0,4-23 0,-1-1 0,0 1 0,0-1 0,-1 1 0,-6 15 0,7-21 0,-1-1 0,1 0 0,0 0 0,-1 0 0,0 0 0,0 0 0,0 0 0,0-1 0,0 1 0,0-1 0,-1 0 0,1 0 0,-1 0 0,1-1 0,-1 1 0,0-1 0,0 0 0,-5 1 0,-20 3 0,-1-2 0,0-1 0,1-1 0,-50-5 0,3 0 0,-140 4 0,-245-12 0,-353-8-2181,569 22 2221,230-3 55,0 1 0,0 1 0,1 0 0,-1 1 0,1 1 0,-1 0 0,1 1 0,0 1 0,0 0 0,1 1 0,-1 0 1,1 1-1,1 1 0,-21 15 0,31-22-76,1 1 1,-1-1-1,1 1 1,0 0-1,-1-1 1,1 1-1,0 0 0,0 0 1,0 0-1,1 0 1,-1 0-1,0 0 1,1 0-1,-1 0 1,1 0-1,0 0 1,0 0-1,0 0 0,0 1 1,0-1-1,0 0 1,0 0-1,1 0 1,-1 0-1,1 0 1,-1 0-1,1 0 1,0 0-1,0 0 0,0 0 1,0 0-1,0-1 1,0 1-1,1 0 1,-1-1-1,1 1 1,-1-1-1,1 1 1,2 1-1,2 3-26,1 0 0,0-1 0,0 1 0,1-1 0,-1-1 0,1 1 0,0-2 0,10 5 0,204 51-16,-102-29-783,879 154-3909,-553-116 2528,-161-25 922,545 8-1,-197-57 2805,-623 6-1287,-5 1-38,1-1 1,-1 0-1,1-1 0,-1 1 0,0-1 0,1 0 0,4-13 1451,-11 14-1636,1 0 1,0 0-1,0 0 1,-1 0 0,1 0-1,0 0 1,0 0-1,-1 0 1,1 0 0,0 0-1,-1 0 1,1 0-1,0 0 1,-25-11 777,19 9-529,-67-24 942,0 3 0,-108-18 0,50 18-2131,-163-7 0,-137 17-915,127 5 265,-444-5-1171,315 9 1249,-66-14 1327,222 6 512,-91-17 5,2 0 4028,319 28-714,78 2-3002,810 18-4128,-118-11 2017,-15 1 166,-387 18 1613,89 2 674,-459-34 2780,-15-4-4176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4295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customXml" Target="../ink/ink5.xml"/><Relationship Id="rId18" Type="http://schemas.openxmlformats.org/officeDocument/2006/relationships/image" Target="../media/image10.png"/><Relationship Id="rId3" Type="http://schemas.openxmlformats.org/officeDocument/2006/relationships/customXml" Target="../ink/ink1.xml"/><Relationship Id="rId21" Type="http://schemas.openxmlformats.org/officeDocument/2006/relationships/customXml" Target="../ink/ink9.xml"/><Relationship Id="rId7" Type="http://schemas.openxmlformats.org/officeDocument/2006/relationships/image" Target="../media/image4.png"/><Relationship Id="rId12" Type="http://schemas.openxmlformats.org/officeDocument/2006/relationships/image" Target="../media/image2.png"/><Relationship Id="rId17" Type="http://schemas.openxmlformats.org/officeDocument/2006/relationships/customXml" Target="../ink/ink7.xml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9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6.png"/><Relationship Id="rId24" Type="http://schemas.openxmlformats.org/officeDocument/2006/relationships/image" Target="../media/image13.png"/><Relationship Id="rId5" Type="http://schemas.openxmlformats.org/officeDocument/2006/relationships/image" Target="../media/image3.png"/><Relationship Id="rId15" Type="http://schemas.openxmlformats.org/officeDocument/2006/relationships/customXml" Target="../ink/ink6.xml"/><Relationship Id="rId23" Type="http://schemas.openxmlformats.org/officeDocument/2006/relationships/customXml" Target="../ink/ink10.xml"/><Relationship Id="rId10" Type="http://schemas.openxmlformats.org/officeDocument/2006/relationships/customXml" Target="../ink/ink4.xml"/><Relationship Id="rId19" Type="http://schemas.openxmlformats.org/officeDocument/2006/relationships/customXml" Target="../ink/ink8.xml"/><Relationship Id="rId9" Type="http://schemas.openxmlformats.org/officeDocument/2006/relationships/image" Target="../media/image5.png"/><Relationship Id="rId14" Type="http://schemas.openxmlformats.org/officeDocument/2006/relationships/image" Target="../media/image8.png"/><Relationship Id="rId22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3" Type="http://schemas.openxmlformats.org/officeDocument/2006/relationships/customXml" Target="../ink/ink11.xml"/><Relationship Id="rId7" Type="http://schemas.openxmlformats.org/officeDocument/2006/relationships/image" Target="../media/image100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12.xml"/><Relationship Id="rId11" Type="http://schemas.openxmlformats.org/officeDocument/2006/relationships/customXml" Target="../ink/ink14.xml"/><Relationship Id="rId5" Type="http://schemas.openxmlformats.org/officeDocument/2006/relationships/image" Target="../media/image90.png"/><Relationship Id="rId10" Type="http://schemas.openxmlformats.org/officeDocument/2006/relationships/image" Target="../media/image16.png"/><Relationship Id="rId9" Type="http://schemas.openxmlformats.org/officeDocument/2006/relationships/customXml" Target="../ink/ink1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customXml" Target="../ink/ink15.xml"/><Relationship Id="rId7" Type="http://schemas.openxmlformats.org/officeDocument/2006/relationships/customXml" Target="../ink/ink16.xml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jpg"/><Relationship Id="rId11" Type="http://schemas.openxmlformats.org/officeDocument/2006/relationships/customXml" Target="../ink/ink18.xml"/><Relationship Id="rId5" Type="http://schemas.openxmlformats.org/officeDocument/2006/relationships/image" Target="../media/image130.png"/><Relationship Id="rId10" Type="http://schemas.openxmlformats.org/officeDocument/2006/relationships/image" Target="../media/image21.png"/><Relationship Id="rId9" Type="http://schemas.openxmlformats.org/officeDocument/2006/relationships/customXml" Target="../ink/ink17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20.png"/><Relationship Id="rId18" Type="http://schemas.openxmlformats.org/officeDocument/2006/relationships/image" Target="../media/image19.jpg"/><Relationship Id="rId3" Type="http://schemas.openxmlformats.org/officeDocument/2006/relationships/image" Target="../media/image7.png"/><Relationship Id="rId21" Type="http://schemas.openxmlformats.org/officeDocument/2006/relationships/customXml" Target="../ink/ink25.xml"/><Relationship Id="rId7" Type="http://schemas.openxmlformats.org/officeDocument/2006/relationships/customXml" Target="../ink/ink19.xml"/><Relationship Id="rId12" Type="http://schemas.openxmlformats.org/officeDocument/2006/relationships/customXml" Target="../ink/ink21.xml"/><Relationship Id="rId17" Type="http://schemas.openxmlformats.org/officeDocument/2006/relationships/image" Target="../media/image240.png"/><Relationship Id="rId2" Type="http://schemas.openxmlformats.org/officeDocument/2006/relationships/notesSlide" Target="../notesSlides/notesSlide4.xml"/><Relationship Id="rId16" Type="http://schemas.openxmlformats.org/officeDocument/2006/relationships/customXml" Target="../ink/ink23.xml"/><Relationship Id="rId20" Type="http://schemas.openxmlformats.org/officeDocument/2006/relationships/image" Target="../media/image2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png"/><Relationship Id="rId11" Type="http://schemas.openxmlformats.org/officeDocument/2006/relationships/image" Target="../media/image210.png"/><Relationship Id="rId5" Type="http://schemas.openxmlformats.org/officeDocument/2006/relationships/image" Target="../media/image15.png"/><Relationship Id="rId15" Type="http://schemas.openxmlformats.org/officeDocument/2006/relationships/image" Target="../media/image230.png"/><Relationship Id="rId10" Type="http://schemas.openxmlformats.org/officeDocument/2006/relationships/customXml" Target="../ink/ink20.xml"/><Relationship Id="rId19" Type="http://schemas.openxmlformats.org/officeDocument/2006/relationships/customXml" Target="../ink/ink24.xml"/><Relationship Id="rId4" Type="http://schemas.openxmlformats.org/officeDocument/2006/relationships/image" Target="../media/image14.png"/><Relationship Id="rId9" Type="http://schemas.openxmlformats.org/officeDocument/2006/relationships/image" Target="../media/image200.png"/><Relationship Id="rId14" Type="http://schemas.openxmlformats.org/officeDocument/2006/relationships/customXml" Target="../ink/ink22.xml"/><Relationship Id="rId22" Type="http://schemas.openxmlformats.org/officeDocument/2006/relationships/image" Target="../media/image3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28.xml"/><Relationship Id="rId13" Type="http://schemas.openxmlformats.org/officeDocument/2006/relationships/image" Target="../media/image33.png"/><Relationship Id="rId3" Type="http://schemas.openxmlformats.org/officeDocument/2006/relationships/image" Target="../media/image23.png"/><Relationship Id="rId7" Type="http://schemas.openxmlformats.org/officeDocument/2006/relationships/image" Target="../media/image28.png"/><Relationship Id="rId12" Type="http://schemas.openxmlformats.org/officeDocument/2006/relationships/customXml" Target="../ink/ink30.xml"/><Relationship Id="rId17" Type="http://schemas.openxmlformats.org/officeDocument/2006/relationships/image" Target="../media/image35.png"/><Relationship Id="rId2" Type="http://schemas.openxmlformats.org/officeDocument/2006/relationships/notesSlide" Target="../notesSlides/notesSlide5.xml"/><Relationship Id="rId16" Type="http://schemas.openxmlformats.org/officeDocument/2006/relationships/customXml" Target="../ink/ink32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27.xml"/><Relationship Id="rId11" Type="http://schemas.openxmlformats.org/officeDocument/2006/relationships/image" Target="../media/image32.png"/><Relationship Id="rId5" Type="http://schemas.openxmlformats.org/officeDocument/2006/relationships/image" Target="../media/image270.png"/><Relationship Id="rId15" Type="http://schemas.openxmlformats.org/officeDocument/2006/relationships/image" Target="../media/image34.png"/><Relationship Id="rId10" Type="http://schemas.openxmlformats.org/officeDocument/2006/relationships/customXml" Target="../ink/ink29.xml"/><Relationship Id="rId4" Type="http://schemas.openxmlformats.org/officeDocument/2006/relationships/customXml" Target="../ink/ink26.xml"/><Relationship Id="rId9" Type="http://schemas.openxmlformats.org/officeDocument/2006/relationships/image" Target="../media/image290.png"/><Relationship Id="rId14" Type="http://schemas.openxmlformats.org/officeDocument/2006/relationships/customXml" Target="../ink/ink31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00.png"/><Relationship Id="rId18" Type="http://schemas.openxmlformats.org/officeDocument/2006/relationships/customXml" Target="../ink/ink38.xml"/><Relationship Id="rId26" Type="http://schemas.openxmlformats.org/officeDocument/2006/relationships/customXml" Target="../ink/ink42.xml"/><Relationship Id="rId39" Type="http://schemas.openxmlformats.org/officeDocument/2006/relationships/image" Target="../media/image36.png"/><Relationship Id="rId21" Type="http://schemas.openxmlformats.org/officeDocument/2006/relationships/image" Target="../media/image43.png"/><Relationship Id="rId34" Type="http://schemas.openxmlformats.org/officeDocument/2006/relationships/customXml" Target="../ink/ink46.xml"/><Relationship Id="rId7" Type="http://schemas.openxmlformats.org/officeDocument/2006/relationships/image" Target="../media/image31.png"/><Relationship Id="rId12" Type="http://schemas.openxmlformats.org/officeDocument/2006/relationships/customXml" Target="../ink/ink35.xml"/><Relationship Id="rId17" Type="http://schemas.openxmlformats.org/officeDocument/2006/relationships/image" Target="../media/image41.png"/><Relationship Id="rId25" Type="http://schemas.openxmlformats.org/officeDocument/2006/relationships/image" Target="../media/image45.png"/><Relationship Id="rId33" Type="http://schemas.openxmlformats.org/officeDocument/2006/relationships/image" Target="../media/image49.png"/><Relationship Id="rId38" Type="http://schemas.openxmlformats.org/officeDocument/2006/relationships/customXml" Target="../ink/ink48.xml"/><Relationship Id="rId2" Type="http://schemas.openxmlformats.org/officeDocument/2006/relationships/notesSlide" Target="../notesSlides/notesSlide6.xml"/><Relationship Id="rId16" Type="http://schemas.openxmlformats.org/officeDocument/2006/relationships/customXml" Target="../ink/ink37.xml"/><Relationship Id="rId20" Type="http://schemas.openxmlformats.org/officeDocument/2006/relationships/customXml" Target="../ink/ink39.xml"/><Relationship Id="rId29" Type="http://schemas.openxmlformats.org/officeDocument/2006/relationships/image" Target="../media/image47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7.png"/><Relationship Id="rId11" Type="http://schemas.openxmlformats.org/officeDocument/2006/relationships/image" Target="../media/image390.png"/><Relationship Id="rId24" Type="http://schemas.openxmlformats.org/officeDocument/2006/relationships/customXml" Target="../ink/ink41.xml"/><Relationship Id="rId32" Type="http://schemas.openxmlformats.org/officeDocument/2006/relationships/customXml" Target="../ink/ink45.xml"/><Relationship Id="rId37" Type="http://schemas.openxmlformats.org/officeDocument/2006/relationships/image" Target="../media/image51.png"/><Relationship Id="rId5" Type="http://schemas.openxmlformats.org/officeDocument/2006/relationships/image" Target="../media/image26.png"/><Relationship Id="rId15" Type="http://schemas.openxmlformats.org/officeDocument/2006/relationships/image" Target="../media/image220.png"/><Relationship Id="rId23" Type="http://schemas.openxmlformats.org/officeDocument/2006/relationships/image" Target="../media/image44.png"/><Relationship Id="rId28" Type="http://schemas.openxmlformats.org/officeDocument/2006/relationships/customXml" Target="../ink/ink43.xml"/><Relationship Id="rId36" Type="http://schemas.openxmlformats.org/officeDocument/2006/relationships/customXml" Target="../ink/ink47.xml"/><Relationship Id="rId10" Type="http://schemas.openxmlformats.org/officeDocument/2006/relationships/customXml" Target="../ink/ink34.xml"/><Relationship Id="rId19" Type="http://schemas.openxmlformats.org/officeDocument/2006/relationships/image" Target="../media/image42.png"/><Relationship Id="rId31" Type="http://schemas.openxmlformats.org/officeDocument/2006/relationships/image" Target="../media/image48.png"/><Relationship Id="rId4" Type="http://schemas.openxmlformats.org/officeDocument/2006/relationships/image" Target="../media/image25.png"/><Relationship Id="rId9" Type="http://schemas.openxmlformats.org/officeDocument/2006/relationships/image" Target="../media/image380.png"/><Relationship Id="rId14" Type="http://schemas.openxmlformats.org/officeDocument/2006/relationships/customXml" Target="../ink/ink36.xml"/><Relationship Id="rId22" Type="http://schemas.openxmlformats.org/officeDocument/2006/relationships/customXml" Target="../ink/ink40.xml"/><Relationship Id="rId27" Type="http://schemas.openxmlformats.org/officeDocument/2006/relationships/image" Target="../media/image46.png"/><Relationship Id="rId30" Type="http://schemas.openxmlformats.org/officeDocument/2006/relationships/customXml" Target="../ink/ink44.xml"/><Relationship Id="rId35" Type="http://schemas.openxmlformats.org/officeDocument/2006/relationships/image" Target="../media/image50.png"/><Relationship Id="rId8" Type="http://schemas.openxmlformats.org/officeDocument/2006/relationships/customXml" Target="../ink/ink33.xml"/><Relationship Id="rId3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51.xml"/><Relationship Id="rId13" Type="http://schemas.openxmlformats.org/officeDocument/2006/relationships/image" Target="../media/image53.png"/><Relationship Id="rId3" Type="http://schemas.openxmlformats.org/officeDocument/2006/relationships/hyperlink" Target="https://conectaong.azurewebsites.net/" TargetMode="External"/><Relationship Id="rId7" Type="http://schemas.openxmlformats.org/officeDocument/2006/relationships/image" Target="../media/image450.png"/><Relationship Id="rId12" Type="http://schemas.openxmlformats.org/officeDocument/2006/relationships/customXml" Target="../ink/ink5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6" Type="http://schemas.openxmlformats.org/officeDocument/2006/relationships/customXml" Target="../ink/ink50.xml"/><Relationship Id="rId11" Type="http://schemas.openxmlformats.org/officeDocument/2006/relationships/image" Target="../media/image52.png"/><Relationship Id="rId5" Type="http://schemas.openxmlformats.org/officeDocument/2006/relationships/image" Target="../media/image440.png"/><Relationship Id="rId15" Type="http://schemas.openxmlformats.org/officeDocument/2006/relationships/image" Target="../media/image54.png"/><Relationship Id="rId10" Type="http://schemas.openxmlformats.org/officeDocument/2006/relationships/customXml" Target="../ink/ink52.xml"/><Relationship Id="rId4" Type="http://schemas.openxmlformats.org/officeDocument/2006/relationships/customXml" Target="../ink/ink49.xml"/><Relationship Id="rId9" Type="http://schemas.openxmlformats.org/officeDocument/2006/relationships/image" Target="../media/image460.png"/><Relationship Id="rId14" Type="http://schemas.openxmlformats.org/officeDocument/2006/relationships/customXml" Target="../ink/ink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0190" y="236553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CFF78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ConectaONG: Conectando Propósitos, Transformando Vidas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123253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Esta apresentação detalha como o ConectaONG simplifica o voluntariado. Discutiremos desafios, objetivos e o impacto positivo da plataforma. Prepare-se para descobrir um futuro de colaboração!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5484019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38383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3"/>
          <p:cNvSpPr/>
          <p:nvPr/>
        </p:nvSpPr>
        <p:spPr>
          <a:xfrm>
            <a:off x="6756440" y="5467112"/>
            <a:ext cx="3007162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endParaRPr lang="en-US" sz="2200" dirty="0"/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CA66CBCC-CD44-B39F-7E8D-8D72276E1581}"/>
              </a:ext>
            </a:extLst>
          </p:cNvPr>
          <p:cNvGrpSpPr/>
          <p:nvPr/>
        </p:nvGrpSpPr>
        <p:grpSpPr>
          <a:xfrm>
            <a:off x="12681148" y="7840680"/>
            <a:ext cx="1774440" cy="237240"/>
            <a:chOff x="12681148" y="7840680"/>
            <a:chExt cx="1774440" cy="23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8" name="Tinta 7">
                  <a:extLst>
                    <a:ext uri="{FF2B5EF4-FFF2-40B4-BE49-F238E27FC236}">
                      <a16:creationId xmlns:a16="http://schemas.microsoft.com/office/drawing/2014/main" id="{63DEB526-BFE8-8CFD-1277-DD735D2C14DC}"/>
                    </a:ext>
                  </a:extLst>
                </p14:cNvPr>
                <p14:cNvContentPartPr/>
                <p14:nvPr/>
              </p14:nvContentPartPr>
              <p14:xfrm>
                <a:off x="12930628" y="7840680"/>
                <a:ext cx="1524960" cy="14760"/>
              </p14:xfrm>
            </p:contentPart>
          </mc:Choice>
          <mc:Fallback xmlns="">
            <p:pic>
              <p:nvPicPr>
                <p:cNvPr id="8" name="Tinta 7">
                  <a:extLst>
                    <a:ext uri="{FF2B5EF4-FFF2-40B4-BE49-F238E27FC236}">
                      <a16:creationId xmlns:a16="http://schemas.microsoft.com/office/drawing/2014/main" id="{63DEB526-BFE8-8CFD-1277-DD735D2C14D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2867988" y="7777680"/>
                  <a:ext cx="165060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9" name="Tinta 8">
                  <a:extLst>
                    <a:ext uri="{FF2B5EF4-FFF2-40B4-BE49-F238E27FC236}">
                      <a16:creationId xmlns:a16="http://schemas.microsoft.com/office/drawing/2014/main" id="{7629956D-20BA-94B3-AAFB-367E0675CB97}"/>
                    </a:ext>
                  </a:extLst>
                </p14:cNvPr>
                <p14:cNvContentPartPr/>
                <p14:nvPr/>
              </p14:nvContentPartPr>
              <p14:xfrm>
                <a:off x="12681148" y="7900440"/>
                <a:ext cx="1761840" cy="131400"/>
              </p14:xfrm>
            </p:contentPart>
          </mc:Choice>
          <mc:Fallback xmlns="">
            <p:pic>
              <p:nvPicPr>
                <p:cNvPr id="9" name="Tinta 8">
                  <a:extLst>
                    <a:ext uri="{FF2B5EF4-FFF2-40B4-BE49-F238E27FC236}">
                      <a16:creationId xmlns:a16="http://schemas.microsoft.com/office/drawing/2014/main" id="{7629956D-20BA-94B3-AAFB-367E0675CB9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618148" y="7837800"/>
                  <a:ext cx="188748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0" name="Tinta 9">
                  <a:extLst>
                    <a:ext uri="{FF2B5EF4-FFF2-40B4-BE49-F238E27FC236}">
                      <a16:creationId xmlns:a16="http://schemas.microsoft.com/office/drawing/2014/main" id="{A4039ED4-E8CC-0941-DCB0-FEC589ED7DC4}"/>
                    </a:ext>
                  </a:extLst>
                </p14:cNvPr>
                <p14:cNvContentPartPr/>
                <p14:nvPr/>
              </p14:nvContentPartPr>
              <p14:xfrm>
                <a:off x="13188028" y="8052720"/>
                <a:ext cx="1196640" cy="25200"/>
              </p14:xfrm>
            </p:contentPart>
          </mc:Choice>
          <mc:Fallback xmlns="">
            <p:pic>
              <p:nvPicPr>
                <p:cNvPr id="10" name="Tinta 9">
                  <a:extLst>
                    <a:ext uri="{FF2B5EF4-FFF2-40B4-BE49-F238E27FC236}">
                      <a16:creationId xmlns:a16="http://schemas.microsoft.com/office/drawing/2014/main" id="{A4039ED4-E8CC-0941-DCB0-FEC589ED7DC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3125388" y="7990080"/>
                  <a:ext cx="1322280" cy="150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2" name="Tinta 11">
                <a:extLst>
                  <a:ext uri="{FF2B5EF4-FFF2-40B4-BE49-F238E27FC236}">
                    <a16:creationId xmlns:a16="http://schemas.microsoft.com/office/drawing/2014/main" id="{C9F58E01-CE15-BAF8-D9EB-E921FE701830}"/>
                  </a:ext>
                </a:extLst>
              </p14:cNvPr>
              <p14:cNvContentPartPr/>
              <p14:nvPr/>
            </p14:nvContentPartPr>
            <p14:xfrm>
              <a:off x="3540028" y="4663680"/>
              <a:ext cx="360" cy="2160"/>
            </p14:xfrm>
          </p:contentPart>
        </mc:Choice>
        <mc:Fallback xmlns="">
          <p:pic>
            <p:nvPicPr>
              <p:cNvPr id="12" name="Tinta 11">
                <a:extLst>
                  <a:ext uri="{FF2B5EF4-FFF2-40B4-BE49-F238E27FC236}">
                    <a16:creationId xmlns:a16="http://schemas.microsoft.com/office/drawing/2014/main" id="{C9F58E01-CE15-BAF8-D9EB-E921FE70183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477388" y="4601040"/>
                <a:ext cx="126000" cy="127800"/>
              </a:xfrm>
              <a:prstGeom prst="rect">
                <a:avLst/>
              </a:prstGeom>
            </p:spPr>
          </p:pic>
        </mc:Fallback>
      </mc:AlternateContent>
      <p:pic>
        <p:nvPicPr>
          <p:cNvPr id="14" name="Imagem 13">
            <a:extLst>
              <a:ext uri="{FF2B5EF4-FFF2-40B4-BE49-F238E27FC236}">
                <a16:creationId xmlns:a16="http://schemas.microsoft.com/office/drawing/2014/main" id="{9A10EEBC-0469-473F-4A1E-2A449921E56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1310" y="468922"/>
            <a:ext cx="5486400" cy="7204888"/>
          </a:xfrm>
          <a:prstGeom prst="rect">
            <a:avLst/>
          </a:prstGeom>
          <a:effectLst>
            <a:softEdge rad="38100"/>
          </a:effec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5" name="Tinta 14">
                <a:extLst>
                  <a:ext uri="{FF2B5EF4-FFF2-40B4-BE49-F238E27FC236}">
                    <a16:creationId xmlns:a16="http://schemas.microsoft.com/office/drawing/2014/main" id="{9B530F8F-52A4-DBD6-8D7F-612357EBBF21}"/>
                  </a:ext>
                </a:extLst>
              </p14:cNvPr>
              <p14:cNvContentPartPr/>
              <p14:nvPr/>
            </p14:nvContentPartPr>
            <p14:xfrm>
              <a:off x="12553920" y="7626918"/>
              <a:ext cx="1160280" cy="172440"/>
            </p14:xfrm>
          </p:contentPart>
        </mc:Choice>
        <mc:Fallback xmlns="">
          <p:pic>
            <p:nvPicPr>
              <p:cNvPr id="15" name="Tinta 14">
                <a:extLst>
                  <a:ext uri="{FF2B5EF4-FFF2-40B4-BE49-F238E27FC236}">
                    <a16:creationId xmlns:a16="http://schemas.microsoft.com/office/drawing/2014/main" id="{9B530F8F-52A4-DBD6-8D7F-612357EBBF21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2517920" y="7591278"/>
                <a:ext cx="1231920" cy="244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Agrupar 20">
            <a:extLst>
              <a:ext uri="{FF2B5EF4-FFF2-40B4-BE49-F238E27FC236}">
                <a16:creationId xmlns:a16="http://schemas.microsoft.com/office/drawing/2014/main" id="{8F8704B5-83D4-99E3-298A-F35DFD74FCAA}"/>
              </a:ext>
            </a:extLst>
          </p:cNvPr>
          <p:cNvGrpSpPr/>
          <p:nvPr/>
        </p:nvGrpSpPr>
        <p:grpSpPr>
          <a:xfrm>
            <a:off x="11627280" y="7734155"/>
            <a:ext cx="2892960" cy="400003"/>
            <a:chOff x="11627280" y="7734155"/>
            <a:chExt cx="2892960" cy="400003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8" name="Tinta 17">
                  <a:extLst>
                    <a:ext uri="{FF2B5EF4-FFF2-40B4-BE49-F238E27FC236}">
                      <a16:creationId xmlns:a16="http://schemas.microsoft.com/office/drawing/2014/main" id="{93F1A58B-6D50-0348-F979-01FB7A62B19F}"/>
                    </a:ext>
                  </a:extLst>
                </p14:cNvPr>
                <p14:cNvContentPartPr/>
                <p14:nvPr/>
              </p14:nvContentPartPr>
              <p14:xfrm>
                <a:off x="12424680" y="7786758"/>
                <a:ext cx="2095560" cy="347400"/>
              </p14:xfrm>
            </p:contentPart>
          </mc:Choice>
          <mc:Fallback xmlns="">
            <p:pic>
              <p:nvPicPr>
                <p:cNvPr id="18" name="Tinta 17">
                  <a:extLst>
                    <a:ext uri="{FF2B5EF4-FFF2-40B4-BE49-F238E27FC236}">
                      <a16:creationId xmlns:a16="http://schemas.microsoft.com/office/drawing/2014/main" id="{93F1A58B-6D50-0348-F979-01FB7A62B19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2362040" y="7724118"/>
                  <a:ext cx="2221200" cy="47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9" name="Tinta 18">
                  <a:extLst>
                    <a:ext uri="{FF2B5EF4-FFF2-40B4-BE49-F238E27FC236}">
                      <a16:creationId xmlns:a16="http://schemas.microsoft.com/office/drawing/2014/main" id="{C1C0769B-F1BF-79FA-6863-C7026A809124}"/>
                    </a:ext>
                  </a:extLst>
                </p14:cNvPr>
                <p14:cNvContentPartPr/>
                <p14:nvPr/>
              </p14:nvContentPartPr>
              <p14:xfrm>
                <a:off x="11627280" y="8027555"/>
                <a:ext cx="2734200" cy="20520"/>
              </p14:xfrm>
            </p:contentPart>
          </mc:Choice>
          <mc:Fallback xmlns="">
            <p:pic>
              <p:nvPicPr>
                <p:cNvPr id="19" name="Tinta 18">
                  <a:extLst>
                    <a:ext uri="{FF2B5EF4-FFF2-40B4-BE49-F238E27FC236}">
                      <a16:creationId xmlns:a16="http://schemas.microsoft.com/office/drawing/2014/main" id="{C1C0769B-F1BF-79FA-6863-C7026A80912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1564640" y="7964915"/>
                  <a:ext cx="285984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0" name="Tinta 19">
                  <a:extLst>
                    <a:ext uri="{FF2B5EF4-FFF2-40B4-BE49-F238E27FC236}">
                      <a16:creationId xmlns:a16="http://schemas.microsoft.com/office/drawing/2014/main" id="{BF84C165-04BB-4465-0B26-A4060EF54317}"/>
                    </a:ext>
                  </a:extLst>
                </p14:cNvPr>
                <p14:cNvContentPartPr/>
                <p14:nvPr/>
              </p14:nvContentPartPr>
              <p14:xfrm>
                <a:off x="12148920" y="7734155"/>
                <a:ext cx="1565640" cy="173160"/>
              </p14:xfrm>
            </p:contentPart>
          </mc:Choice>
          <mc:Fallback xmlns="">
            <p:pic>
              <p:nvPicPr>
                <p:cNvPr id="20" name="Tinta 19">
                  <a:extLst>
                    <a:ext uri="{FF2B5EF4-FFF2-40B4-BE49-F238E27FC236}">
                      <a16:creationId xmlns:a16="http://schemas.microsoft.com/office/drawing/2014/main" id="{BF84C165-04BB-4465-0B26-A4060EF54317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2086280" y="7671155"/>
                  <a:ext cx="1691280" cy="29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Agrupar 23">
            <a:extLst>
              <a:ext uri="{FF2B5EF4-FFF2-40B4-BE49-F238E27FC236}">
                <a16:creationId xmlns:a16="http://schemas.microsoft.com/office/drawing/2014/main" id="{5EC19C9E-6F11-3B90-8CA1-F27FE9263A43}"/>
              </a:ext>
            </a:extLst>
          </p:cNvPr>
          <p:cNvGrpSpPr/>
          <p:nvPr/>
        </p:nvGrpSpPr>
        <p:grpSpPr>
          <a:xfrm>
            <a:off x="6150620" y="5396920"/>
            <a:ext cx="1057320" cy="498960"/>
            <a:chOff x="6150620" y="5396920"/>
            <a:chExt cx="1057320" cy="49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2" name="Tinta 21">
                  <a:extLst>
                    <a:ext uri="{FF2B5EF4-FFF2-40B4-BE49-F238E27FC236}">
                      <a16:creationId xmlns:a16="http://schemas.microsoft.com/office/drawing/2014/main" id="{496DBF74-05FC-038E-21CC-B77F7E63BB7A}"/>
                    </a:ext>
                  </a:extLst>
                </p14:cNvPr>
                <p14:cNvContentPartPr/>
                <p14:nvPr/>
              </p14:nvContentPartPr>
              <p14:xfrm>
                <a:off x="6150620" y="5396920"/>
                <a:ext cx="873720" cy="498960"/>
              </p14:xfrm>
            </p:contentPart>
          </mc:Choice>
          <mc:Fallback xmlns="">
            <p:pic>
              <p:nvPicPr>
                <p:cNvPr id="22" name="Tinta 21">
                  <a:extLst>
                    <a:ext uri="{FF2B5EF4-FFF2-40B4-BE49-F238E27FC236}">
                      <a16:creationId xmlns:a16="http://schemas.microsoft.com/office/drawing/2014/main" id="{496DBF74-05FC-038E-21CC-B77F7E63BB7A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087980" y="5333920"/>
                  <a:ext cx="999360" cy="62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3" name="Tinta 22">
                  <a:extLst>
                    <a:ext uri="{FF2B5EF4-FFF2-40B4-BE49-F238E27FC236}">
                      <a16:creationId xmlns:a16="http://schemas.microsoft.com/office/drawing/2014/main" id="{8BA5DBE5-8D45-E985-AC96-5D6C21CA411A}"/>
                    </a:ext>
                  </a:extLst>
                </p14:cNvPr>
                <p14:cNvContentPartPr/>
                <p14:nvPr/>
              </p14:nvContentPartPr>
              <p14:xfrm>
                <a:off x="6476780" y="5714440"/>
                <a:ext cx="731160" cy="73440"/>
              </p14:xfrm>
            </p:contentPart>
          </mc:Choice>
          <mc:Fallback xmlns="">
            <p:pic>
              <p:nvPicPr>
                <p:cNvPr id="23" name="Tinta 22">
                  <a:extLst>
                    <a:ext uri="{FF2B5EF4-FFF2-40B4-BE49-F238E27FC236}">
                      <a16:creationId xmlns:a16="http://schemas.microsoft.com/office/drawing/2014/main" id="{8BA5DBE5-8D45-E985-AC96-5D6C21CA411A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414140" y="5651440"/>
                  <a:ext cx="856800" cy="1990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375989" y="916781"/>
            <a:ext cx="578965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CFF78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O Desafio do Voluntariado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1821180"/>
            <a:ext cx="3664744" cy="2395657"/>
          </a:xfrm>
          <a:prstGeom prst="roundRect">
            <a:avLst>
              <a:gd name="adj" fmla="val 1420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6507004" y="20479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Engajamento Frágil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07004" y="2538413"/>
            <a:ext cx="3211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Muitas ONGs lutam para atrair e manter voluntários ativos, resultando em baixa adesão.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748" y="1821180"/>
            <a:ext cx="3664863" cy="2395657"/>
          </a:xfrm>
          <a:prstGeom prst="roundRect">
            <a:avLst>
              <a:gd name="adj" fmla="val 1420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10398562" y="20479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Visibilidade Limitada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398562" y="2538413"/>
            <a:ext cx="321123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ONGs enfrentam barreiras na divulgação de suas iniciativas, dificultando a expansão da rede.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4443651"/>
            <a:ext cx="7556421" cy="1669852"/>
          </a:xfrm>
          <a:prstGeom prst="roundRect">
            <a:avLst>
              <a:gd name="adj" fmla="val 2038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6507004" y="46704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Gestão Ineficaz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07004" y="5160883"/>
            <a:ext cx="71027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 falta de ferramentas digitais impede a organização eficiente de eventos e voluntários.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6280190" y="6368653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Uma pesquisa da CAF (2022) indica que a falta de infraestrutura digital reduz o voluntariado global. A UNESCO (2022) destaca o potencial da tecnologia para transformar comunidades.</a:t>
            </a:r>
            <a:endParaRPr lang="en-US" sz="17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Tinta 13">
                <a:extLst>
                  <a:ext uri="{FF2B5EF4-FFF2-40B4-BE49-F238E27FC236}">
                    <a16:creationId xmlns:a16="http://schemas.microsoft.com/office/drawing/2014/main" id="{72FD30AF-766D-ADCF-DDE5-204356F41EC3}"/>
                  </a:ext>
                </a:extLst>
              </p14:cNvPr>
              <p14:cNvContentPartPr/>
              <p14:nvPr/>
            </p14:nvContentPartPr>
            <p14:xfrm>
              <a:off x="12809308" y="7759680"/>
              <a:ext cx="1635840" cy="154440"/>
            </p14:xfrm>
          </p:contentPart>
        </mc:Choice>
        <mc:Fallback xmlns="">
          <p:pic>
            <p:nvPicPr>
              <p:cNvPr id="14" name="Tinta 13">
                <a:extLst>
                  <a:ext uri="{FF2B5EF4-FFF2-40B4-BE49-F238E27FC236}">
                    <a16:creationId xmlns:a16="http://schemas.microsoft.com/office/drawing/2014/main" id="{72FD30AF-766D-ADCF-DDE5-204356F41EC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746308" y="7697040"/>
                <a:ext cx="1761480" cy="28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5" name="Tinta 14">
                <a:extLst>
                  <a:ext uri="{FF2B5EF4-FFF2-40B4-BE49-F238E27FC236}">
                    <a16:creationId xmlns:a16="http://schemas.microsoft.com/office/drawing/2014/main" id="{53C60630-AC2F-2DD4-FD43-2527BD2EB355}"/>
                  </a:ext>
                </a:extLst>
              </p14:cNvPr>
              <p14:cNvContentPartPr/>
              <p14:nvPr/>
            </p14:nvContentPartPr>
            <p14:xfrm>
              <a:off x="12906868" y="7970280"/>
              <a:ext cx="1554840" cy="131040"/>
            </p14:xfrm>
          </p:contentPart>
        </mc:Choice>
        <mc:Fallback xmlns="">
          <p:pic>
            <p:nvPicPr>
              <p:cNvPr id="15" name="Tinta 14">
                <a:extLst>
                  <a:ext uri="{FF2B5EF4-FFF2-40B4-BE49-F238E27FC236}">
                    <a16:creationId xmlns:a16="http://schemas.microsoft.com/office/drawing/2014/main" id="{53C60630-AC2F-2DD4-FD43-2527BD2EB35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843868" y="7907280"/>
                <a:ext cx="1680480" cy="256680"/>
              </a:xfrm>
              <a:prstGeom prst="rect">
                <a:avLst/>
              </a:prstGeom>
            </p:spPr>
          </p:pic>
        </mc:Fallback>
      </mc:AlternateContent>
      <p:pic>
        <p:nvPicPr>
          <p:cNvPr id="19" name="Imagem 18" descr="Pessoa segurando uma caixa de papelão&#10;&#10;O conteúdo gerado por IA pode estar incorreto.">
            <a:extLst>
              <a:ext uri="{FF2B5EF4-FFF2-40B4-BE49-F238E27FC236}">
                <a16:creationId xmlns:a16="http://schemas.microsoft.com/office/drawing/2014/main" id="{16BA1117-5CC4-3F46-9A09-F3392B72568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6090" y="457199"/>
            <a:ext cx="5508100" cy="7207671"/>
          </a:xfrm>
          <a:prstGeom prst="rect">
            <a:avLst/>
          </a:prstGeom>
          <a:effectLst>
            <a:softEdge rad="50800"/>
          </a:effectLst>
        </p:spPr>
      </p:pic>
      <p:grpSp>
        <p:nvGrpSpPr>
          <p:cNvPr id="18" name="Agrupar 17">
            <a:extLst>
              <a:ext uri="{FF2B5EF4-FFF2-40B4-BE49-F238E27FC236}">
                <a16:creationId xmlns:a16="http://schemas.microsoft.com/office/drawing/2014/main" id="{F2767050-D00A-2627-8F58-7B225F2AA3B5}"/>
              </a:ext>
            </a:extLst>
          </p:cNvPr>
          <p:cNvGrpSpPr/>
          <p:nvPr/>
        </p:nvGrpSpPr>
        <p:grpSpPr>
          <a:xfrm>
            <a:off x="12637440" y="7648878"/>
            <a:ext cx="1854360" cy="442080"/>
            <a:chOff x="12637440" y="7648878"/>
            <a:chExt cx="1854360" cy="44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6" name="Tinta 15">
                  <a:extLst>
                    <a:ext uri="{FF2B5EF4-FFF2-40B4-BE49-F238E27FC236}">
                      <a16:creationId xmlns:a16="http://schemas.microsoft.com/office/drawing/2014/main" id="{21CC6425-E49F-8EE1-B5A4-A25C61E6D375}"/>
                    </a:ext>
                  </a:extLst>
                </p14:cNvPr>
                <p14:cNvContentPartPr/>
                <p14:nvPr/>
              </p14:nvContentPartPr>
              <p14:xfrm>
                <a:off x="12637440" y="7648878"/>
                <a:ext cx="1854360" cy="442080"/>
              </p14:xfrm>
            </p:contentPart>
          </mc:Choice>
          <mc:Fallback xmlns="">
            <p:pic>
              <p:nvPicPr>
                <p:cNvPr id="16" name="Tinta 15">
                  <a:extLst>
                    <a:ext uri="{FF2B5EF4-FFF2-40B4-BE49-F238E27FC236}">
                      <a16:creationId xmlns:a16="http://schemas.microsoft.com/office/drawing/2014/main" id="{21CC6425-E49F-8EE1-B5A4-A25C61E6D37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2574800" y="7586238"/>
                  <a:ext cx="1980000" cy="56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7" name="Tinta 16">
                  <a:extLst>
                    <a:ext uri="{FF2B5EF4-FFF2-40B4-BE49-F238E27FC236}">
                      <a16:creationId xmlns:a16="http://schemas.microsoft.com/office/drawing/2014/main" id="{5213E901-54B8-21CC-0D35-B8CF2DE82CE3}"/>
                    </a:ext>
                  </a:extLst>
                </p14:cNvPr>
                <p14:cNvContentPartPr/>
                <p14:nvPr/>
              </p14:nvContentPartPr>
              <p14:xfrm>
                <a:off x="12931200" y="7776678"/>
                <a:ext cx="1086840" cy="119880"/>
              </p14:xfrm>
            </p:contentPart>
          </mc:Choice>
          <mc:Fallback xmlns="">
            <p:pic>
              <p:nvPicPr>
                <p:cNvPr id="17" name="Tinta 16">
                  <a:extLst>
                    <a:ext uri="{FF2B5EF4-FFF2-40B4-BE49-F238E27FC236}">
                      <a16:creationId xmlns:a16="http://schemas.microsoft.com/office/drawing/2014/main" id="{5213E901-54B8-21CC-0D35-B8CF2DE82CE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2868200" y="7714038"/>
                  <a:ext cx="1212480" cy="2455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94980"/>
            <a:ext cx="754296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CFF78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ConectaONG: A Solução Inovadora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047994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 ConectaONG é uma plataforma digital que conecta ONGs e voluntários. Simplificamos o engajamento social. A iniciativa se alinha ao ODS 17 da ONU.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340775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Este objetivo enfatiza parcerias para o desenvolvimento sustentável. A tecnologia amplia o impacto das organizações sociais. O ConectaONG é um catalisador para a cooperação intersetorial.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9683" y="5727740"/>
            <a:ext cx="590454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"O ODS 17 busca fortalecer os meios de implementação e revitalizar a parceria global para o desenvolvimento sustentável." - ONU Brasil, 2023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599521" y="5727740"/>
            <a:ext cx="30480" cy="1451610"/>
          </a:xfrm>
          <a:prstGeom prst="rect">
            <a:avLst/>
          </a:prstGeom>
          <a:solidFill>
            <a:srgbClr val="A1FF8F"/>
          </a:solidFill>
          <a:ln/>
        </p:spPr>
        <p:txBody>
          <a:bodyPr/>
          <a:lstStyle/>
          <a:p>
            <a:endParaRPr lang="pt-BR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6" name="Tinta 15">
                <a:extLst>
                  <a:ext uri="{FF2B5EF4-FFF2-40B4-BE49-F238E27FC236}">
                    <a16:creationId xmlns:a16="http://schemas.microsoft.com/office/drawing/2014/main" id="{B0E4B325-CFE2-263F-DAEF-4C83104E7B82}"/>
                  </a:ext>
                </a:extLst>
              </p14:cNvPr>
              <p14:cNvContentPartPr/>
              <p14:nvPr/>
            </p14:nvContentPartPr>
            <p14:xfrm>
              <a:off x="12681508" y="7830240"/>
              <a:ext cx="1822680" cy="283320"/>
            </p14:xfrm>
          </p:contentPart>
        </mc:Choice>
        <mc:Fallback xmlns="">
          <p:pic>
            <p:nvPicPr>
              <p:cNvPr id="16" name="Tinta 15">
                <a:extLst>
                  <a:ext uri="{FF2B5EF4-FFF2-40B4-BE49-F238E27FC236}">
                    <a16:creationId xmlns:a16="http://schemas.microsoft.com/office/drawing/2014/main" id="{B0E4B325-CFE2-263F-DAEF-4C83104E7B8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618508" y="7767600"/>
                <a:ext cx="1948320" cy="408960"/>
              </a:xfrm>
              <a:prstGeom prst="rect">
                <a:avLst/>
              </a:prstGeom>
            </p:spPr>
          </p:pic>
        </mc:Fallback>
      </mc:AlternateContent>
      <p:pic>
        <p:nvPicPr>
          <p:cNvPr id="18" name="Imagem 17" descr="Uma imagem contendo pessoa, cortando, mulher, pessoas&#10;&#10;O conteúdo gerado por IA pode estar incorreto.">
            <a:extLst>
              <a:ext uri="{FF2B5EF4-FFF2-40B4-BE49-F238E27FC236}">
                <a16:creationId xmlns:a16="http://schemas.microsoft.com/office/drawing/2014/main" id="{BAA54183-5D0E-1324-1D5D-581788D89F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91903" y="1849617"/>
            <a:ext cx="6244709" cy="3301675"/>
          </a:xfrm>
          <a:prstGeom prst="rect">
            <a:avLst/>
          </a:prstGeom>
          <a:effectLst>
            <a:softEdge rad="38100"/>
          </a:effectLst>
        </p:spPr>
      </p:pic>
      <p:grpSp>
        <p:nvGrpSpPr>
          <p:cNvPr id="13" name="Agrupar 12">
            <a:extLst>
              <a:ext uri="{FF2B5EF4-FFF2-40B4-BE49-F238E27FC236}">
                <a16:creationId xmlns:a16="http://schemas.microsoft.com/office/drawing/2014/main" id="{439EA461-88CA-65C2-6816-69D65E9148C5}"/>
              </a:ext>
            </a:extLst>
          </p:cNvPr>
          <p:cNvGrpSpPr/>
          <p:nvPr/>
        </p:nvGrpSpPr>
        <p:grpSpPr>
          <a:xfrm>
            <a:off x="12005280" y="7755798"/>
            <a:ext cx="2520000" cy="377280"/>
            <a:chOff x="12005280" y="7755798"/>
            <a:chExt cx="2520000" cy="37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Tinta 7">
                  <a:extLst>
                    <a:ext uri="{FF2B5EF4-FFF2-40B4-BE49-F238E27FC236}">
                      <a16:creationId xmlns:a16="http://schemas.microsoft.com/office/drawing/2014/main" id="{CFB7BED6-23D7-8275-BCAE-AC5DEAE04AE0}"/>
                    </a:ext>
                  </a:extLst>
                </p14:cNvPr>
                <p14:cNvContentPartPr/>
                <p14:nvPr/>
              </p14:nvContentPartPr>
              <p14:xfrm>
                <a:off x="12567960" y="7755798"/>
                <a:ext cx="1771920" cy="205200"/>
              </p14:xfrm>
            </p:contentPart>
          </mc:Choice>
          <mc:Fallback xmlns="">
            <p:pic>
              <p:nvPicPr>
                <p:cNvPr id="8" name="Tinta 7">
                  <a:extLst>
                    <a:ext uri="{FF2B5EF4-FFF2-40B4-BE49-F238E27FC236}">
                      <a16:creationId xmlns:a16="http://schemas.microsoft.com/office/drawing/2014/main" id="{CFB7BED6-23D7-8275-BCAE-AC5DEAE04AE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2505320" y="7693158"/>
                  <a:ext cx="189756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Tinta 8">
                  <a:extLst>
                    <a:ext uri="{FF2B5EF4-FFF2-40B4-BE49-F238E27FC236}">
                      <a16:creationId xmlns:a16="http://schemas.microsoft.com/office/drawing/2014/main" id="{1EF9EE80-0602-533C-5379-85D7D25A4DD5}"/>
                    </a:ext>
                  </a:extLst>
                </p14:cNvPr>
                <p14:cNvContentPartPr/>
                <p14:nvPr/>
              </p14:nvContentPartPr>
              <p14:xfrm>
                <a:off x="12553560" y="7843278"/>
                <a:ext cx="1971720" cy="289800"/>
              </p14:xfrm>
            </p:contentPart>
          </mc:Choice>
          <mc:Fallback xmlns="">
            <p:pic>
              <p:nvPicPr>
                <p:cNvPr id="9" name="Tinta 8">
                  <a:extLst>
                    <a:ext uri="{FF2B5EF4-FFF2-40B4-BE49-F238E27FC236}">
                      <a16:creationId xmlns:a16="http://schemas.microsoft.com/office/drawing/2014/main" id="{1EF9EE80-0602-533C-5379-85D7D25A4DD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2490920" y="7780638"/>
                  <a:ext cx="2097360" cy="41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2" name="Tinta 11">
                  <a:extLst>
                    <a:ext uri="{FF2B5EF4-FFF2-40B4-BE49-F238E27FC236}">
                      <a16:creationId xmlns:a16="http://schemas.microsoft.com/office/drawing/2014/main" id="{C69FC18B-0C7C-5EB7-613F-0A11012E823C}"/>
                    </a:ext>
                  </a:extLst>
                </p14:cNvPr>
                <p14:cNvContentPartPr/>
                <p14:nvPr/>
              </p14:nvContentPartPr>
              <p14:xfrm>
                <a:off x="12005280" y="7971395"/>
                <a:ext cx="2367000" cy="97200"/>
              </p14:xfrm>
            </p:contentPart>
          </mc:Choice>
          <mc:Fallback xmlns="">
            <p:pic>
              <p:nvPicPr>
                <p:cNvPr id="12" name="Tinta 11">
                  <a:extLst>
                    <a:ext uri="{FF2B5EF4-FFF2-40B4-BE49-F238E27FC236}">
                      <a16:creationId xmlns:a16="http://schemas.microsoft.com/office/drawing/2014/main" id="{C69FC18B-0C7C-5EB7-613F-0A11012E823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1942280" y="7908755"/>
                  <a:ext cx="2492640" cy="2228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40423" y="592455"/>
            <a:ext cx="6530935" cy="673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4CFF78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Nossos Objetivos Estratégicos</a:t>
            </a:r>
            <a:endParaRPr lang="en-US" sz="42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423" y="1588889"/>
            <a:ext cx="1077278" cy="158615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33084" y="1804273"/>
            <a:ext cx="3036689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Conectar ONGs e Voluntários</a:t>
            </a:r>
            <a:endParaRPr lang="en-US" sz="2100" dirty="0"/>
          </a:p>
        </p:txBody>
      </p:sp>
      <p:sp>
        <p:nvSpPr>
          <p:cNvPr id="6" name="Text 2"/>
          <p:cNvSpPr/>
          <p:nvPr/>
        </p:nvSpPr>
        <p:spPr>
          <a:xfrm>
            <a:off x="7533084" y="2270046"/>
            <a:ext cx="6343293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Criar um ambiente intuitivo para cadastros, atividades e eventos.</a:t>
            </a:r>
            <a:endParaRPr lang="en-US" sz="16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0423" y="3175040"/>
            <a:ext cx="1077278" cy="158615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533084" y="3390424"/>
            <a:ext cx="2693194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Aumentar a Adesão</a:t>
            </a:r>
            <a:endParaRPr lang="en-US" sz="2100" dirty="0"/>
          </a:p>
        </p:txBody>
      </p:sp>
      <p:sp>
        <p:nvSpPr>
          <p:cNvPr id="9" name="Text 4"/>
          <p:cNvSpPr/>
          <p:nvPr/>
        </p:nvSpPr>
        <p:spPr>
          <a:xfrm>
            <a:off x="7533084" y="3856196"/>
            <a:ext cx="6343293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Voluntários encontrarão oportunidades compatíveis com seus interesses.</a:t>
            </a:r>
            <a:endParaRPr lang="en-US" sz="16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0423" y="4761190"/>
            <a:ext cx="1077278" cy="158615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533084" y="4976574"/>
            <a:ext cx="2693194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Otimizar a Gestão</a:t>
            </a:r>
            <a:endParaRPr lang="en-US" sz="2100" dirty="0"/>
          </a:p>
        </p:txBody>
      </p:sp>
      <p:sp>
        <p:nvSpPr>
          <p:cNvPr id="12" name="Text 6"/>
          <p:cNvSpPr/>
          <p:nvPr/>
        </p:nvSpPr>
        <p:spPr>
          <a:xfrm>
            <a:off x="7533084" y="5442347"/>
            <a:ext cx="6343293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Ferramentas para organizar eventos, selecionar e monitorar voluntários.</a:t>
            </a:r>
            <a:endParaRPr lang="en-US" sz="16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0423" y="6347341"/>
            <a:ext cx="1077278" cy="129266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533084" y="6562725"/>
            <a:ext cx="2693194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Promover Parcerias</a:t>
            </a:r>
            <a:endParaRPr lang="en-US" sz="2100" dirty="0"/>
          </a:p>
        </p:txBody>
      </p:sp>
      <p:sp>
        <p:nvSpPr>
          <p:cNvPr id="15" name="Text 8"/>
          <p:cNvSpPr/>
          <p:nvPr/>
        </p:nvSpPr>
        <p:spPr>
          <a:xfrm>
            <a:off x="7533084" y="7028498"/>
            <a:ext cx="6343293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Incentivar colaborações para maximizar o impacto social.</a:t>
            </a:r>
            <a:endParaRPr lang="en-US" sz="16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7" name="Tinta 16">
                <a:extLst>
                  <a:ext uri="{FF2B5EF4-FFF2-40B4-BE49-F238E27FC236}">
                    <a16:creationId xmlns:a16="http://schemas.microsoft.com/office/drawing/2014/main" id="{24D8CBDC-7DAE-B5ED-9351-27D535755D38}"/>
                  </a:ext>
                </a:extLst>
              </p14:cNvPr>
              <p14:cNvContentPartPr/>
              <p14:nvPr/>
            </p14:nvContentPartPr>
            <p14:xfrm>
              <a:off x="12906868" y="7901520"/>
              <a:ext cx="1548000" cy="720"/>
            </p14:xfrm>
          </p:contentPart>
        </mc:Choice>
        <mc:Fallback xmlns="">
          <p:pic>
            <p:nvPicPr>
              <p:cNvPr id="17" name="Tinta 16">
                <a:extLst>
                  <a:ext uri="{FF2B5EF4-FFF2-40B4-BE49-F238E27FC236}">
                    <a16:creationId xmlns:a16="http://schemas.microsoft.com/office/drawing/2014/main" id="{24D8CBDC-7DAE-B5ED-9351-27D535755D3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843868" y="7775520"/>
                <a:ext cx="1673640" cy="25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Agrupar 22">
            <a:extLst>
              <a:ext uri="{FF2B5EF4-FFF2-40B4-BE49-F238E27FC236}">
                <a16:creationId xmlns:a16="http://schemas.microsoft.com/office/drawing/2014/main" id="{9A2513CD-205E-03F2-29D2-81EC21C8F1A0}"/>
              </a:ext>
            </a:extLst>
          </p:cNvPr>
          <p:cNvGrpSpPr/>
          <p:nvPr/>
        </p:nvGrpSpPr>
        <p:grpSpPr>
          <a:xfrm>
            <a:off x="12798508" y="7783440"/>
            <a:ext cx="1656360" cy="306000"/>
            <a:chOff x="12798508" y="7783440"/>
            <a:chExt cx="1656360" cy="30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8" name="Tinta 17">
                  <a:extLst>
                    <a:ext uri="{FF2B5EF4-FFF2-40B4-BE49-F238E27FC236}">
                      <a16:creationId xmlns:a16="http://schemas.microsoft.com/office/drawing/2014/main" id="{72574B7B-98FB-6E86-93B0-1B955F9F87CC}"/>
                    </a:ext>
                  </a:extLst>
                </p14:cNvPr>
                <p14:cNvContentPartPr/>
                <p14:nvPr/>
              </p14:nvContentPartPr>
              <p14:xfrm>
                <a:off x="13071388" y="7783440"/>
                <a:ext cx="1325160" cy="82800"/>
              </p14:xfrm>
            </p:contentPart>
          </mc:Choice>
          <mc:Fallback xmlns="">
            <p:pic>
              <p:nvPicPr>
                <p:cNvPr id="18" name="Tinta 17">
                  <a:extLst>
                    <a:ext uri="{FF2B5EF4-FFF2-40B4-BE49-F238E27FC236}">
                      <a16:creationId xmlns:a16="http://schemas.microsoft.com/office/drawing/2014/main" id="{72574B7B-98FB-6E86-93B0-1B955F9F87C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3008388" y="7720800"/>
                  <a:ext cx="145080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9" name="Tinta 18">
                  <a:extLst>
                    <a:ext uri="{FF2B5EF4-FFF2-40B4-BE49-F238E27FC236}">
                      <a16:creationId xmlns:a16="http://schemas.microsoft.com/office/drawing/2014/main" id="{BC9A0C4E-8D52-67B3-CE66-3FCBFD9829AB}"/>
                    </a:ext>
                  </a:extLst>
                </p14:cNvPr>
                <p14:cNvContentPartPr/>
                <p14:nvPr/>
              </p14:nvContentPartPr>
              <p14:xfrm>
                <a:off x="14442628" y="7924560"/>
                <a:ext cx="360" cy="360"/>
              </p14:xfrm>
            </p:contentPart>
          </mc:Choice>
          <mc:Fallback xmlns="">
            <p:pic>
              <p:nvPicPr>
                <p:cNvPr id="19" name="Tinta 18">
                  <a:extLst>
                    <a:ext uri="{FF2B5EF4-FFF2-40B4-BE49-F238E27FC236}">
                      <a16:creationId xmlns:a16="http://schemas.microsoft.com/office/drawing/2014/main" id="{BC9A0C4E-8D52-67B3-CE66-3FCBFD9829A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4379988" y="786192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1" name="Tinta 20">
                  <a:extLst>
                    <a:ext uri="{FF2B5EF4-FFF2-40B4-BE49-F238E27FC236}">
                      <a16:creationId xmlns:a16="http://schemas.microsoft.com/office/drawing/2014/main" id="{6D848B3D-AAAF-5374-ABF2-86D11B769440}"/>
                    </a:ext>
                  </a:extLst>
                </p14:cNvPr>
                <p14:cNvContentPartPr/>
                <p14:nvPr/>
              </p14:nvContentPartPr>
              <p14:xfrm>
                <a:off x="12798508" y="8040120"/>
                <a:ext cx="1656360" cy="49320"/>
              </p14:xfrm>
            </p:contentPart>
          </mc:Choice>
          <mc:Fallback xmlns="">
            <p:pic>
              <p:nvPicPr>
                <p:cNvPr id="21" name="Tinta 20">
                  <a:extLst>
                    <a:ext uri="{FF2B5EF4-FFF2-40B4-BE49-F238E27FC236}">
                      <a16:creationId xmlns:a16="http://schemas.microsoft.com/office/drawing/2014/main" id="{6D848B3D-AAAF-5374-ABF2-86D11B76944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2735508" y="7977480"/>
                  <a:ext cx="178200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2" name="Tinta 21">
                  <a:extLst>
                    <a:ext uri="{FF2B5EF4-FFF2-40B4-BE49-F238E27FC236}">
                      <a16:creationId xmlns:a16="http://schemas.microsoft.com/office/drawing/2014/main" id="{65341086-A241-9A14-798B-E605377E9E16}"/>
                    </a:ext>
                  </a:extLst>
                </p14:cNvPr>
                <p14:cNvContentPartPr/>
                <p14:nvPr/>
              </p14:nvContentPartPr>
              <p14:xfrm>
                <a:off x="12801748" y="7952640"/>
                <a:ext cx="627480" cy="65160"/>
              </p14:xfrm>
            </p:contentPart>
          </mc:Choice>
          <mc:Fallback xmlns="">
            <p:pic>
              <p:nvPicPr>
                <p:cNvPr id="22" name="Tinta 21">
                  <a:extLst>
                    <a:ext uri="{FF2B5EF4-FFF2-40B4-BE49-F238E27FC236}">
                      <a16:creationId xmlns:a16="http://schemas.microsoft.com/office/drawing/2014/main" id="{65341086-A241-9A14-798B-E605377E9E1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2738748" y="7889640"/>
                  <a:ext cx="753120" cy="1908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25" name="Imagem 24" descr="Mulher de calcinha e sutiã&#10;&#10;O conteúdo gerado por IA pode estar incorreto.">
            <a:extLst>
              <a:ext uri="{FF2B5EF4-FFF2-40B4-BE49-F238E27FC236}">
                <a16:creationId xmlns:a16="http://schemas.microsoft.com/office/drawing/2014/main" id="{D83C7A6A-4664-A8F1-839D-BD3F73BEFC09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10307" y="492368"/>
            <a:ext cx="5322975" cy="7291071"/>
          </a:xfrm>
          <a:prstGeom prst="rect">
            <a:avLst/>
          </a:prstGeom>
          <a:effectLst>
            <a:softEdge rad="50800"/>
          </a:effec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6" name="Tinta 15">
                <a:extLst>
                  <a:ext uri="{FF2B5EF4-FFF2-40B4-BE49-F238E27FC236}">
                    <a16:creationId xmlns:a16="http://schemas.microsoft.com/office/drawing/2014/main" id="{8898612C-3D1E-44DE-7803-4A58996664A2}"/>
                  </a:ext>
                </a:extLst>
              </p14:cNvPr>
              <p14:cNvContentPartPr/>
              <p14:nvPr/>
            </p14:nvContentPartPr>
            <p14:xfrm>
              <a:off x="12467160" y="7744998"/>
              <a:ext cx="2059920" cy="335880"/>
            </p14:xfrm>
          </p:contentPart>
        </mc:Choice>
        <mc:Fallback xmlns="">
          <p:pic>
            <p:nvPicPr>
              <p:cNvPr id="16" name="Tinta 15">
                <a:extLst>
                  <a:ext uri="{FF2B5EF4-FFF2-40B4-BE49-F238E27FC236}">
                    <a16:creationId xmlns:a16="http://schemas.microsoft.com/office/drawing/2014/main" id="{8898612C-3D1E-44DE-7803-4A58996664A2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2404160" y="7682358"/>
                <a:ext cx="2185560" cy="46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6" name="Tinta 25">
                <a:extLst>
                  <a:ext uri="{FF2B5EF4-FFF2-40B4-BE49-F238E27FC236}">
                    <a16:creationId xmlns:a16="http://schemas.microsoft.com/office/drawing/2014/main" id="{DD2573FB-71BC-8977-722E-FFC958833DC8}"/>
                  </a:ext>
                </a:extLst>
              </p14:cNvPr>
              <p14:cNvContentPartPr/>
              <p14:nvPr/>
            </p14:nvContentPartPr>
            <p14:xfrm>
              <a:off x="12445200" y="7819878"/>
              <a:ext cx="2032200" cy="284040"/>
            </p14:xfrm>
          </p:contentPart>
        </mc:Choice>
        <mc:Fallback xmlns="">
          <p:pic>
            <p:nvPicPr>
              <p:cNvPr id="26" name="Tinta 25">
                <a:extLst>
                  <a:ext uri="{FF2B5EF4-FFF2-40B4-BE49-F238E27FC236}">
                    <a16:creationId xmlns:a16="http://schemas.microsoft.com/office/drawing/2014/main" id="{DD2573FB-71BC-8977-722E-FFC958833DC8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2382200" y="7757238"/>
                <a:ext cx="2157840" cy="409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48420"/>
            <a:ext cx="719435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CFF78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A Justificativa para ConectaONG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952512"/>
            <a:ext cx="6244709" cy="3373517"/>
          </a:xfrm>
          <a:prstGeom prst="rect">
            <a:avLst/>
          </a:prstGeom>
          <a:effectLst>
            <a:softEdge rad="50800"/>
          </a:effectLst>
        </p:spPr>
      </p:pic>
      <p:sp>
        <p:nvSpPr>
          <p:cNvPr id="4" name="Text 1"/>
          <p:cNvSpPr/>
          <p:nvPr/>
        </p:nvSpPr>
        <p:spPr>
          <a:xfrm>
            <a:off x="7599521" y="2901434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 voluntariado é essencial para sociedades justas e equitativas. A desconexão entre voluntários e ONGs limita o impacto.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9683" y="4245293"/>
            <a:ext cx="590454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"O voluntariado fortalece a coesão social e promove o desenvolvimento sustentável." - PNUD, 2021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7599521" y="4245293"/>
            <a:ext cx="30480" cy="1088708"/>
          </a:xfrm>
          <a:prstGeom prst="rect">
            <a:avLst/>
          </a:prstGeom>
          <a:solidFill>
            <a:srgbClr val="A1FF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7599521" y="5589151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 transformação digital é vital para o sucesso social. O ConectaONG reduz barreiras e otimiza o engajamento.</a:t>
            </a:r>
            <a:endParaRPr lang="en-US" sz="1750" dirty="0"/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E42668E1-42C0-78E9-64B4-80652A4FE910}"/>
              </a:ext>
            </a:extLst>
          </p:cNvPr>
          <p:cNvGrpSpPr/>
          <p:nvPr/>
        </p:nvGrpSpPr>
        <p:grpSpPr>
          <a:xfrm>
            <a:off x="12824788" y="7808280"/>
            <a:ext cx="1699920" cy="234000"/>
            <a:chOff x="12824788" y="7808280"/>
            <a:chExt cx="1699920" cy="23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8" name="Tinta 7">
                  <a:extLst>
                    <a:ext uri="{FF2B5EF4-FFF2-40B4-BE49-F238E27FC236}">
                      <a16:creationId xmlns:a16="http://schemas.microsoft.com/office/drawing/2014/main" id="{652D64BB-7747-D23C-68CD-D6C150A174CF}"/>
                    </a:ext>
                  </a:extLst>
                </p14:cNvPr>
                <p14:cNvContentPartPr/>
                <p14:nvPr/>
              </p14:nvContentPartPr>
              <p14:xfrm>
                <a:off x="12824788" y="7808280"/>
                <a:ext cx="1596600" cy="106200"/>
              </p14:xfrm>
            </p:contentPart>
          </mc:Choice>
          <mc:Fallback xmlns="">
            <p:pic>
              <p:nvPicPr>
                <p:cNvPr id="8" name="Tinta 7">
                  <a:extLst>
                    <a:ext uri="{FF2B5EF4-FFF2-40B4-BE49-F238E27FC236}">
                      <a16:creationId xmlns:a16="http://schemas.microsoft.com/office/drawing/2014/main" id="{652D64BB-7747-D23C-68CD-D6C150A174C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2762148" y="7745640"/>
                  <a:ext cx="172224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9" name="Tinta 8">
                  <a:extLst>
                    <a:ext uri="{FF2B5EF4-FFF2-40B4-BE49-F238E27FC236}">
                      <a16:creationId xmlns:a16="http://schemas.microsoft.com/office/drawing/2014/main" id="{1EB39B3B-873A-9DA3-B6CE-EB6BDA193FEE}"/>
                    </a:ext>
                  </a:extLst>
                </p14:cNvPr>
                <p14:cNvContentPartPr/>
                <p14:nvPr/>
              </p14:nvContentPartPr>
              <p14:xfrm>
                <a:off x="12847828" y="7997640"/>
                <a:ext cx="1676880" cy="44640"/>
              </p14:xfrm>
            </p:contentPart>
          </mc:Choice>
          <mc:Fallback xmlns="">
            <p:pic>
              <p:nvPicPr>
                <p:cNvPr id="9" name="Tinta 8">
                  <a:extLst>
                    <a:ext uri="{FF2B5EF4-FFF2-40B4-BE49-F238E27FC236}">
                      <a16:creationId xmlns:a16="http://schemas.microsoft.com/office/drawing/2014/main" id="{1EB39B3B-873A-9DA3-B6CE-EB6BDA193FE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785188" y="7935000"/>
                  <a:ext cx="1802520" cy="170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2" name="Tinta 11">
                <a:extLst>
                  <a:ext uri="{FF2B5EF4-FFF2-40B4-BE49-F238E27FC236}">
                    <a16:creationId xmlns:a16="http://schemas.microsoft.com/office/drawing/2014/main" id="{FAE5A439-FE7E-E5BD-B89A-33438E9AA294}"/>
                  </a:ext>
                </a:extLst>
              </p14:cNvPr>
              <p14:cNvContentPartPr/>
              <p14:nvPr/>
            </p14:nvContentPartPr>
            <p14:xfrm>
              <a:off x="12965548" y="8099160"/>
              <a:ext cx="1030320" cy="27360"/>
            </p14:xfrm>
          </p:contentPart>
        </mc:Choice>
        <mc:Fallback xmlns="">
          <p:pic>
            <p:nvPicPr>
              <p:cNvPr id="12" name="Tinta 11">
                <a:extLst>
                  <a:ext uri="{FF2B5EF4-FFF2-40B4-BE49-F238E27FC236}">
                    <a16:creationId xmlns:a16="http://schemas.microsoft.com/office/drawing/2014/main" id="{FAE5A439-FE7E-E5BD-B89A-33438E9AA29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902548" y="8036160"/>
                <a:ext cx="1155960" cy="153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Agrupar 20">
            <a:extLst>
              <a:ext uri="{FF2B5EF4-FFF2-40B4-BE49-F238E27FC236}">
                <a16:creationId xmlns:a16="http://schemas.microsoft.com/office/drawing/2014/main" id="{6D8AEA74-6FB4-D3F2-3387-BC507061B370}"/>
              </a:ext>
            </a:extLst>
          </p:cNvPr>
          <p:cNvGrpSpPr/>
          <p:nvPr/>
        </p:nvGrpSpPr>
        <p:grpSpPr>
          <a:xfrm>
            <a:off x="12327480" y="7508795"/>
            <a:ext cx="2206440" cy="604080"/>
            <a:chOff x="12327480" y="7508795"/>
            <a:chExt cx="2206440" cy="60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3" name="Tinta 12">
                  <a:extLst>
                    <a:ext uri="{FF2B5EF4-FFF2-40B4-BE49-F238E27FC236}">
                      <a16:creationId xmlns:a16="http://schemas.microsoft.com/office/drawing/2014/main" id="{DB3C270D-489D-9649-7998-4463D7212FFE}"/>
                    </a:ext>
                  </a:extLst>
                </p14:cNvPr>
                <p14:cNvContentPartPr/>
                <p14:nvPr/>
              </p14:nvContentPartPr>
              <p14:xfrm>
                <a:off x="12327480" y="7734155"/>
                <a:ext cx="2206440" cy="216000"/>
              </p14:xfrm>
            </p:contentPart>
          </mc:Choice>
          <mc:Fallback xmlns="">
            <p:pic>
              <p:nvPicPr>
                <p:cNvPr id="13" name="Tinta 12">
                  <a:extLst>
                    <a:ext uri="{FF2B5EF4-FFF2-40B4-BE49-F238E27FC236}">
                      <a16:creationId xmlns:a16="http://schemas.microsoft.com/office/drawing/2014/main" id="{DB3C270D-489D-9649-7998-4463D7212FF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2264840" y="7671515"/>
                  <a:ext cx="233208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4" name="Tinta 13">
                  <a:extLst>
                    <a:ext uri="{FF2B5EF4-FFF2-40B4-BE49-F238E27FC236}">
                      <a16:creationId xmlns:a16="http://schemas.microsoft.com/office/drawing/2014/main" id="{27D34F72-AEFB-922B-46EF-775A61A1F0E3}"/>
                    </a:ext>
                  </a:extLst>
                </p14:cNvPr>
                <p14:cNvContentPartPr/>
                <p14:nvPr/>
              </p14:nvContentPartPr>
              <p14:xfrm>
                <a:off x="12470760" y="7852595"/>
                <a:ext cx="2052360" cy="260280"/>
              </p14:xfrm>
            </p:contentPart>
          </mc:Choice>
          <mc:Fallback xmlns="">
            <p:pic>
              <p:nvPicPr>
                <p:cNvPr id="14" name="Tinta 13">
                  <a:extLst>
                    <a:ext uri="{FF2B5EF4-FFF2-40B4-BE49-F238E27FC236}">
                      <a16:creationId xmlns:a16="http://schemas.microsoft.com/office/drawing/2014/main" id="{27D34F72-AEFB-922B-46EF-775A61A1F0E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2408120" y="7789955"/>
                  <a:ext cx="2178000" cy="38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8" name="Tinta 17">
                  <a:extLst>
                    <a:ext uri="{FF2B5EF4-FFF2-40B4-BE49-F238E27FC236}">
                      <a16:creationId xmlns:a16="http://schemas.microsoft.com/office/drawing/2014/main" id="{8A12870B-21C1-340E-AA5B-DABB346679A3}"/>
                    </a:ext>
                  </a:extLst>
                </p14:cNvPr>
                <p14:cNvContentPartPr/>
                <p14:nvPr/>
              </p14:nvContentPartPr>
              <p14:xfrm>
                <a:off x="12361320" y="7720475"/>
                <a:ext cx="2095200" cy="391680"/>
              </p14:xfrm>
            </p:contentPart>
          </mc:Choice>
          <mc:Fallback xmlns="">
            <p:pic>
              <p:nvPicPr>
                <p:cNvPr id="18" name="Tinta 17">
                  <a:extLst>
                    <a:ext uri="{FF2B5EF4-FFF2-40B4-BE49-F238E27FC236}">
                      <a16:creationId xmlns:a16="http://schemas.microsoft.com/office/drawing/2014/main" id="{8A12870B-21C1-340E-AA5B-DABB346679A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2298320" y="7657475"/>
                  <a:ext cx="2220840" cy="51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0" name="Tinta 19">
                  <a:extLst>
                    <a:ext uri="{FF2B5EF4-FFF2-40B4-BE49-F238E27FC236}">
                      <a16:creationId xmlns:a16="http://schemas.microsoft.com/office/drawing/2014/main" id="{EE419FA2-B804-D902-013E-59509CF65FBC}"/>
                    </a:ext>
                  </a:extLst>
                </p14:cNvPr>
                <p14:cNvContentPartPr/>
                <p14:nvPr/>
              </p14:nvContentPartPr>
              <p14:xfrm>
                <a:off x="12650040" y="7508795"/>
                <a:ext cx="1798920" cy="495720"/>
              </p14:xfrm>
            </p:contentPart>
          </mc:Choice>
          <mc:Fallback xmlns="">
            <p:pic>
              <p:nvPicPr>
                <p:cNvPr id="20" name="Tinta 19">
                  <a:extLst>
                    <a:ext uri="{FF2B5EF4-FFF2-40B4-BE49-F238E27FC236}">
                      <a16:creationId xmlns:a16="http://schemas.microsoft.com/office/drawing/2014/main" id="{EE419FA2-B804-D902-013E-59509CF65FB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2587400" y="7446155"/>
                  <a:ext cx="1924560" cy="6213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8336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CFF78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Nosso Público-Alvo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345769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3196233"/>
            <a:ext cx="305335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ONGs e Instituições Sociais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686651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Organizações que buscam voluntários para suas iniciativas.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893" y="2345769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5893" y="31962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Voluntários Ativos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35893" y="3686651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Indivíduos que desejam contribuir com causas sociais.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7995" y="2345769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7995" y="31962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Empresas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77995" y="3686651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Com programas de voluntariado corporativo buscando engajamento.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4979432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93790" y="5829895"/>
            <a:ext cx="349103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Órgãos Públicos e Acadêmicos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93790" y="6320314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Instituições que apoiam e incentivam ações sociais.</a:t>
            </a:r>
            <a:endParaRPr lang="en-US" sz="17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5893" y="4979432"/>
            <a:ext cx="566976" cy="56697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235893" y="582989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Cidadãos Engajados</a:t>
            </a:r>
            <a:endParaRPr lang="en-US" sz="2200" dirty="0"/>
          </a:p>
        </p:txBody>
      </p:sp>
      <p:sp>
        <p:nvSpPr>
          <p:cNvPr id="17" name="Text 10"/>
          <p:cNvSpPr/>
          <p:nvPr/>
        </p:nvSpPr>
        <p:spPr>
          <a:xfrm>
            <a:off x="5235893" y="6320314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Pessoas interessadas em causar impacto positivo, mas sem saber como.</a:t>
            </a:r>
            <a:endParaRPr lang="en-US" sz="1750" dirty="0"/>
          </a:p>
        </p:txBody>
      </p: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8E4A69BE-566B-C37D-FA28-8DA5FB641E6E}"/>
              </a:ext>
            </a:extLst>
          </p:cNvPr>
          <p:cNvGrpSpPr/>
          <p:nvPr/>
        </p:nvGrpSpPr>
        <p:grpSpPr>
          <a:xfrm>
            <a:off x="12250228" y="7806840"/>
            <a:ext cx="2282040" cy="259560"/>
            <a:chOff x="12250228" y="7806840"/>
            <a:chExt cx="2282040" cy="25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8" name="Tinta 17">
                  <a:extLst>
                    <a:ext uri="{FF2B5EF4-FFF2-40B4-BE49-F238E27FC236}">
                      <a16:creationId xmlns:a16="http://schemas.microsoft.com/office/drawing/2014/main" id="{B1CFE85C-0B30-7788-E182-24D609DBB8FA}"/>
                    </a:ext>
                  </a:extLst>
                </p14:cNvPr>
                <p14:cNvContentPartPr/>
                <p14:nvPr/>
              </p14:nvContentPartPr>
              <p14:xfrm>
                <a:off x="12909388" y="7806840"/>
                <a:ext cx="1498680" cy="59760"/>
              </p14:xfrm>
            </p:contentPart>
          </mc:Choice>
          <mc:Fallback xmlns="">
            <p:pic>
              <p:nvPicPr>
                <p:cNvPr id="18" name="Tinta 17">
                  <a:extLst>
                    <a:ext uri="{FF2B5EF4-FFF2-40B4-BE49-F238E27FC236}">
                      <a16:creationId xmlns:a16="http://schemas.microsoft.com/office/drawing/2014/main" id="{B1CFE85C-0B30-7788-E182-24D609DBB8F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846388" y="7743840"/>
                  <a:ext cx="162432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9" name="Tinta 18">
                  <a:extLst>
                    <a:ext uri="{FF2B5EF4-FFF2-40B4-BE49-F238E27FC236}">
                      <a16:creationId xmlns:a16="http://schemas.microsoft.com/office/drawing/2014/main" id="{91B75DF5-81C2-E499-D14F-B9A6787C9DB4}"/>
                    </a:ext>
                  </a:extLst>
                </p14:cNvPr>
                <p14:cNvContentPartPr/>
                <p14:nvPr/>
              </p14:nvContentPartPr>
              <p14:xfrm>
                <a:off x="12592588" y="7865160"/>
                <a:ext cx="1827000" cy="73080"/>
              </p14:xfrm>
            </p:contentPart>
          </mc:Choice>
          <mc:Fallback xmlns="">
            <p:pic>
              <p:nvPicPr>
                <p:cNvPr id="19" name="Tinta 18">
                  <a:extLst>
                    <a:ext uri="{FF2B5EF4-FFF2-40B4-BE49-F238E27FC236}">
                      <a16:creationId xmlns:a16="http://schemas.microsoft.com/office/drawing/2014/main" id="{91B75DF5-81C2-E499-D14F-B9A6787C9DB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2529948" y="7802520"/>
                  <a:ext cx="195264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0" name="Tinta 19">
                  <a:extLst>
                    <a:ext uri="{FF2B5EF4-FFF2-40B4-BE49-F238E27FC236}">
                      <a16:creationId xmlns:a16="http://schemas.microsoft.com/office/drawing/2014/main" id="{AE228FBA-C820-D5AF-4318-8FD79409005C}"/>
                    </a:ext>
                  </a:extLst>
                </p14:cNvPr>
                <p14:cNvContentPartPr/>
                <p14:nvPr/>
              </p14:nvContentPartPr>
              <p14:xfrm>
                <a:off x="12906868" y="8029680"/>
                <a:ext cx="1625400" cy="36720"/>
              </p14:xfrm>
            </p:contentPart>
          </mc:Choice>
          <mc:Fallback xmlns="">
            <p:pic>
              <p:nvPicPr>
                <p:cNvPr id="20" name="Tinta 19">
                  <a:extLst>
                    <a:ext uri="{FF2B5EF4-FFF2-40B4-BE49-F238E27FC236}">
                      <a16:creationId xmlns:a16="http://schemas.microsoft.com/office/drawing/2014/main" id="{AE228FBA-C820-D5AF-4318-8FD79409005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2843868" y="7967040"/>
                  <a:ext cx="175104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2" name="Tinta 21">
                  <a:extLst>
                    <a:ext uri="{FF2B5EF4-FFF2-40B4-BE49-F238E27FC236}">
                      <a16:creationId xmlns:a16="http://schemas.microsoft.com/office/drawing/2014/main" id="{71B62422-7A39-0C13-A5F2-942C62E3836A}"/>
                    </a:ext>
                  </a:extLst>
                </p14:cNvPr>
                <p14:cNvContentPartPr/>
                <p14:nvPr/>
              </p14:nvContentPartPr>
              <p14:xfrm>
                <a:off x="14419228" y="7960200"/>
                <a:ext cx="360" cy="360"/>
              </p14:xfrm>
            </p:contentPart>
          </mc:Choice>
          <mc:Fallback xmlns="">
            <p:pic>
              <p:nvPicPr>
                <p:cNvPr id="22" name="Tinta 21">
                  <a:extLst>
                    <a:ext uri="{FF2B5EF4-FFF2-40B4-BE49-F238E27FC236}">
                      <a16:creationId xmlns:a16="http://schemas.microsoft.com/office/drawing/2014/main" id="{71B62422-7A39-0C13-A5F2-942C62E3836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4356588" y="789720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3" name="Tinta 22">
                  <a:extLst>
                    <a:ext uri="{FF2B5EF4-FFF2-40B4-BE49-F238E27FC236}">
                      <a16:creationId xmlns:a16="http://schemas.microsoft.com/office/drawing/2014/main" id="{BBD31D13-ECE9-DA5D-CEB9-D52FCCDFFAF3}"/>
                    </a:ext>
                  </a:extLst>
                </p14:cNvPr>
                <p14:cNvContentPartPr/>
                <p14:nvPr/>
              </p14:nvContentPartPr>
              <p14:xfrm>
                <a:off x="14442628" y="7960200"/>
                <a:ext cx="2160" cy="360"/>
              </p14:xfrm>
            </p:contentPart>
          </mc:Choice>
          <mc:Fallback xmlns="">
            <p:pic>
              <p:nvPicPr>
                <p:cNvPr id="23" name="Tinta 22">
                  <a:extLst>
                    <a:ext uri="{FF2B5EF4-FFF2-40B4-BE49-F238E27FC236}">
                      <a16:creationId xmlns:a16="http://schemas.microsoft.com/office/drawing/2014/main" id="{BBD31D13-ECE9-DA5D-CEB9-D52FCCDFFAF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4379988" y="7897200"/>
                  <a:ext cx="1278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4" name="Tinta 23">
                  <a:extLst>
                    <a:ext uri="{FF2B5EF4-FFF2-40B4-BE49-F238E27FC236}">
                      <a16:creationId xmlns:a16="http://schemas.microsoft.com/office/drawing/2014/main" id="{035D19E6-D910-9599-BED5-3E6E7CC5D8CB}"/>
                    </a:ext>
                  </a:extLst>
                </p14:cNvPr>
                <p14:cNvContentPartPr/>
                <p14:nvPr/>
              </p14:nvContentPartPr>
              <p14:xfrm>
                <a:off x="12250228" y="7829160"/>
                <a:ext cx="1208160" cy="84240"/>
              </p14:xfrm>
            </p:contentPart>
          </mc:Choice>
          <mc:Fallback xmlns="">
            <p:pic>
              <p:nvPicPr>
                <p:cNvPr id="24" name="Tinta 23">
                  <a:extLst>
                    <a:ext uri="{FF2B5EF4-FFF2-40B4-BE49-F238E27FC236}">
                      <a16:creationId xmlns:a16="http://schemas.microsoft.com/office/drawing/2014/main" id="{035D19E6-D910-9599-BED5-3E6E7CC5D8C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2187228" y="7766160"/>
                  <a:ext cx="133380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5" name="Tinta 24">
                  <a:extLst>
                    <a:ext uri="{FF2B5EF4-FFF2-40B4-BE49-F238E27FC236}">
                      <a16:creationId xmlns:a16="http://schemas.microsoft.com/office/drawing/2014/main" id="{666D927D-629E-254C-C745-6D09483B341A}"/>
                    </a:ext>
                  </a:extLst>
                </p14:cNvPr>
                <p14:cNvContentPartPr/>
                <p14:nvPr/>
              </p14:nvContentPartPr>
              <p14:xfrm>
                <a:off x="12840628" y="7865880"/>
                <a:ext cx="285120" cy="83160"/>
              </p14:xfrm>
            </p:contentPart>
          </mc:Choice>
          <mc:Fallback xmlns="">
            <p:pic>
              <p:nvPicPr>
                <p:cNvPr id="25" name="Tinta 24">
                  <a:extLst>
                    <a:ext uri="{FF2B5EF4-FFF2-40B4-BE49-F238E27FC236}">
                      <a16:creationId xmlns:a16="http://schemas.microsoft.com/office/drawing/2014/main" id="{666D927D-629E-254C-C745-6D09483B341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2777988" y="7803240"/>
                  <a:ext cx="410760" cy="20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Agrupar 30">
            <a:extLst>
              <a:ext uri="{FF2B5EF4-FFF2-40B4-BE49-F238E27FC236}">
                <a16:creationId xmlns:a16="http://schemas.microsoft.com/office/drawing/2014/main" id="{460A3086-5B39-FE8C-2EE9-4DAA9E08E372}"/>
              </a:ext>
            </a:extLst>
          </p:cNvPr>
          <p:cNvGrpSpPr/>
          <p:nvPr/>
        </p:nvGrpSpPr>
        <p:grpSpPr>
          <a:xfrm>
            <a:off x="11972880" y="7271958"/>
            <a:ext cx="2539800" cy="840240"/>
            <a:chOff x="11972880" y="7271958"/>
            <a:chExt cx="2539800" cy="84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1" name="Tinta 20">
                  <a:extLst>
                    <a:ext uri="{FF2B5EF4-FFF2-40B4-BE49-F238E27FC236}">
                      <a16:creationId xmlns:a16="http://schemas.microsoft.com/office/drawing/2014/main" id="{4FF4AD8F-5235-E983-2571-1EFA1D82A036}"/>
                    </a:ext>
                  </a:extLst>
                </p14:cNvPr>
                <p14:cNvContentPartPr/>
                <p14:nvPr/>
              </p14:nvContentPartPr>
              <p14:xfrm>
                <a:off x="11972880" y="7777038"/>
                <a:ext cx="2475000" cy="151560"/>
              </p14:xfrm>
            </p:contentPart>
          </mc:Choice>
          <mc:Fallback xmlns="">
            <p:pic>
              <p:nvPicPr>
                <p:cNvPr id="21" name="Tinta 20">
                  <a:extLst>
                    <a:ext uri="{FF2B5EF4-FFF2-40B4-BE49-F238E27FC236}">
                      <a16:creationId xmlns:a16="http://schemas.microsoft.com/office/drawing/2014/main" id="{4FF4AD8F-5235-E983-2571-1EFA1D82A03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1910240" y="7714398"/>
                  <a:ext cx="260064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7" name="Tinta 26">
                  <a:extLst>
                    <a:ext uri="{FF2B5EF4-FFF2-40B4-BE49-F238E27FC236}">
                      <a16:creationId xmlns:a16="http://schemas.microsoft.com/office/drawing/2014/main" id="{4AFE4AE9-D3A6-B21B-8619-F3A69B311BC3}"/>
                    </a:ext>
                  </a:extLst>
                </p14:cNvPr>
                <p14:cNvContentPartPr/>
                <p14:nvPr/>
              </p14:nvContentPartPr>
              <p14:xfrm>
                <a:off x="12428640" y="7970358"/>
                <a:ext cx="2045160" cy="141840"/>
              </p14:xfrm>
            </p:contentPart>
          </mc:Choice>
          <mc:Fallback xmlns="">
            <p:pic>
              <p:nvPicPr>
                <p:cNvPr id="27" name="Tinta 26">
                  <a:extLst>
                    <a:ext uri="{FF2B5EF4-FFF2-40B4-BE49-F238E27FC236}">
                      <a16:creationId xmlns:a16="http://schemas.microsoft.com/office/drawing/2014/main" id="{4AFE4AE9-D3A6-B21B-8619-F3A69B311BC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2365640" y="7907718"/>
                  <a:ext cx="217080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8" name="Tinta 27">
                  <a:extLst>
                    <a:ext uri="{FF2B5EF4-FFF2-40B4-BE49-F238E27FC236}">
                      <a16:creationId xmlns:a16="http://schemas.microsoft.com/office/drawing/2014/main" id="{78A086FE-9B3A-38A6-A9A5-539CC00419A9}"/>
                    </a:ext>
                  </a:extLst>
                </p14:cNvPr>
                <p14:cNvContentPartPr/>
                <p14:nvPr/>
              </p14:nvContentPartPr>
              <p14:xfrm>
                <a:off x="12404520" y="7271958"/>
                <a:ext cx="2108160" cy="828720"/>
              </p14:xfrm>
            </p:contentPart>
          </mc:Choice>
          <mc:Fallback xmlns="">
            <p:pic>
              <p:nvPicPr>
                <p:cNvPr id="28" name="Tinta 27">
                  <a:extLst>
                    <a:ext uri="{FF2B5EF4-FFF2-40B4-BE49-F238E27FC236}">
                      <a16:creationId xmlns:a16="http://schemas.microsoft.com/office/drawing/2014/main" id="{78A086FE-9B3A-38A6-A9A5-539CC00419A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2341520" y="7208958"/>
                  <a:ext cx="2233800" cy="9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9" name="Tinta 28">
                  <a:extLst>
                    <a:ext uri="{FF2B5EF4-FFF2-40B4-BE49-F238E27FC236}">
                      <a16:creationId xmlns:a16="http://schemas.microsoft.com/office/drawing/2014/main" id="{5B263054-049E-CF00-09FE-BC3574E535EC}"/>
                    </a:ext>
                  </a:extLst>
                </p14:cNvPr>
                <p14:cNvContentPartPr/>
                <p14:nvPr/>
              </p14:nvContentPartPr>
              <p14:xfrm>
                <a:off x="13084920" y="7831038"/>
                <a:ext cx="1255320" cy="216000"/>
              </p14:xfrm>
            </p:contentPart>
          </mc:Choice>
          <mc:Fallback xmlns="">
            <p:pic>
              <p:nvPicPr>
                <p:cNvPr id="29" name="Tinta 28">
                  <a:extLst>
                    <a:ext uri="{FF2B5EF4-FFF2-40B4-BE49-F238E27FC236}">
                      <a16:creationId xmlns:a16="http://schemas.microsoft.com/office/drawing/2014/main" id="{5B263054-049E-CF00-09FE-BC3574E535E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3021920" y="7768038"/>
                  <a:ext cx="1380960" cy="341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3" name="Tinta 32">
                <a:extLst>
                  <a:ext uri="{FF2B5EF4-FFF2-40B4-BE49-F238E27FC236}">
                    <a16:creationId xmlns:a16="http://schemas.microsoft.com/office/drawing/2014/main" id="{366DF9CB-B125-151B-440B-3C6D9C54511A}"/>
                  </a:ext>
                </a:extLst>
              </p14:cNvPr>
              <p14:cNvContentPartPr/>
              <p14:nvPr/>
            </p14:nvContentPartPr>
            <p14:xfrm>
              <a:off x="9005060" y="1719160"/>
              <a:ext cx="1638720" cy="4025520"/>
            </p14:xfrm>
          </p:contentPart>
        </mc:Choice>
        <mc:Fallback xmlns="">
          <p:pic>
            <p:nvPicPr>
              <p:cNvPr id="33" name="Tinta 32">
                <a:extLst>
                  <a:ext uri="{FF2B5EF4-FFF2-40B4-BE49-F238E27FC236}">
                    <a16:creationId xmlns:a16="http://schemas.microsoft.com/office/drawing/2014/main" id="{366DF9CB-B125-151B-440B-3C6D9C54511A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942420" y="1656520"/>
                <a:ext cx="1764360" cy="415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34" name="Tinta 33">
                <a:extLst>
                  <a:ext uri="{FF2B5EF4-FFF2-40B4-BE49-F238E27FC236}">
                    <a16:creationId xmlns:a16="http://schemas.microsoft.com/office/drawing/2014/main" id="{7A7CE9D3-F519-64C5-D43D-DEDCDB2ADEF1}"/>
                  </a:ext>
                </a:extLst>
              </p14:cNvPr>
              <p14:cNvContentPartPr/>
              <p14:nvPr/>
            </p14:nvContentPartPr>
            <p14:xfrm>
              <a:off x="11861660" y="3733720"/>
              <a:ext cx="360" cy="360"/>
            </p14:xfrm>
          </p:contentPart>
        </mc:Choice>
        <mc:Fallback xmlns="">
          <p:pic>
            <p:nvPicPr>
              <p:cNvPr id="34" name="Tinta 33">
                <a:extLst>
                  <a:ext uri="{FF2B5EF4-FFF2-40B4-BE49-F238E27FC236}">
                    <a16:creationId xmlns:a16="http://schemas.microsoft.com/office/drawing/2014/main" id="{7A7CE9D3-F519-64C5-D43D-DEDCDB2ADEF1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1799020" y="3670720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35" name="Tinta 34">
                <a:extLst>
                  <a:ext uri="{FF2B5EF4-FFF2-40B4-BE49-F238E27FC236}">
                    <a16:creationId xmlns:a16="http://schemas.microsoft.com/office/drawing/2014/main" id="{F5AFD587-2D35-4188-AE96-EAB4BDE7A6E8}"/>
                  </a:ext>
                </a:extLst>
              </p14:cNvPr>
              <p14:cNvContentPartPr/>
              <p14:nvPr/>
            </p14:nvContentPartPr>
            <p14:xfrm>
              <a:off x="9361460" y="2206600"/>
              <a:ext cx="3071880" cy="2327040"/>
            </p14:xfrm>
          </p:contentPart>
        </mc:Choice>
        <mc:Fallback xmlns="">
          <p:pic>
            <p:nvPicPr>
              <p:cNvPr id="35" name="Tinta 34">
                <a:extLst>
                  <a:ext uri="{FF2B5EF4-FFF2-40B4-BE49-F238E27FC236}">
                    <a16:creationId xmlns:a16="http://schemas.microsoft.com/office/drawing/2014/main" id="{F5AFD587-2D35-4188-AE96-EAB4BDE7A6E8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9298460" y="2143960"/>
                <a:ext cx="3197520" cy="245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36" name="Tinta 35">
                <a:extLst>
                  <a:ext uri="{FF2B5EF4-FFF2-40B4-BE49-F238E27FC236}">
                    <a16:creationId xmlns:a16="http://schemas.microsoft.com/office/drawing/2014/main" id="{C95566AF-30B7-51BE-1391-22A99CF71628}"/>
                  </a:ext>
                </a:extLst>
              </p14:cNvPr>
              <p14:cNvContentPartPr/>
              <p14:nvPr/>
            </p14:nvContentPartPr>
            <p14:xfrm>
              <a:off x="10222220" y="3028840"/>
              <a:ext cx="3432240" cy="1469160"/>
            </p14:xfrm>
          </p:contentPart>
        </mc:Choice>
        <mc:Fallback xmlns="">
          <p:pic>
            <p:nvPicPr>
              <p:cNvPr id="36" name="Tinta 35">
                <a:extLst>
                  <a:ext uri="{FF2B5EF4-FFF2-40B4-BE49-F238E27FC236}">
                    <a16:creationId xmlns:a16="http://schemas.microsoft.com/office/drawing/2014/main" id="{C95566AF-30B7-51BE-1391-22A99CF71628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0159580" y="2965840"/>
                <a:ext cx="3557880" cy="159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30" name="Tinta 29">
                <a:extLst>
                  <a:ext uri="{FF2B5EF4-FFF2-40B4-BE49-F238E27FC236}">
                    <a16:creationId xmlns:a16="http://schemas.microsoft.com/office/drawing/2014/main" id="{B597CD00-0932-85D4-460F-6B47F4E5E8A9}"/>
                  </a:ext>
                </a:extLst>
              </p14:cNvPr>
              <p14:cNvContentPartPr/>
              <p14:nvPr/>
            </p14:nvContentPartPr>
            <p14:xfrm>
              <a:off x="10111680" y="3241758"/>
              <a:ext cx="151560" cy="968400"/>
            </p14:xfrm>
          </p:contentPart>
        </mc:Choice>
        <mc:Fallback xmlns="">
          <p:pic>
            <p:nvPicPr>
              <p:cNvPr id="30" name="Tinta 29">
                <a:extLst>
                  <a:ext uri="{FF2B5EF4-FFF2-40B4-BE49-F238E27FC236}">
                    <a16:creationId xmlns:a16="http://schemas.microsoft.com/office/drawing/2014/main" id="{B597CD00-0932-85D4-460F-6B47F4E5E8A9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0048680" y="3179118"/>
                <a:ext cx="277200" cy="1094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9372" y="542925"/>
            <a:ext cx="5927646" cy="615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dirty="0">
                <a:solidFill>
                  <a:srgbClr val="4CFF78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ConectaONG: Próximos Passos</a:t>
            </a:r>
            <a:endParaRPr lang="en-US" sz="3850" dirty="0"/>
          </a:p>
        </p:txBody>
      </p:sp>
      <p:sp>
        <p:nvSpPr>
          <p:cNvPr id="3" name="Shape 1"/>
          <p:cNvSpPr/>
          <p:nvPr/>
        </p:nvSpPr>
        <p:spPr>
          <a:xfrm>
            <a:off x="689372" y="1552337"/>
            <a:ext cx="1656398" cy="1134785"/>
          </a:xfrm>
          <a:prstGeom prst="roundRect">
            <a:avLst>
              <a:gd name="adj" fmla="val 2604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1379101" y="1946672"/>
            <a:ext cx="276939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50"/>
              </a:lnSpc>
              <a:buNone/>
            </a:pPr>
            <a:r>
              <a:rPr lang="en-US" sz="21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1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2542699" y="1749266"/>
            <a:ext cx="2635448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Lançamento da Plataforma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2542699" y="2175153"/>
            <a:ext cx="11148248" cy="3843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Disponibilizar o ConectaONG amplamente.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2444234" y="2677597"/>
            <a:ext cx="11398329" cy="11430"/>
          </a:xfrm>
          <a:prstGeom prst="roundRect">
            <a:avLst>
              <a:gd name="adj" fmla="val 258487"/>
            </a:avLst>
          </a:prstGeom>
          <a:solidFill>
            <a:srgbClr val="57575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689372" y="2785586"/>
            <a:ext cx="3312914" cy="1134785"/>
          </a:xfrm>
          <a:prstGeom prst="roundRect">
            <a:avLst>
              <a:gd name="adj" fmla="val 2604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2207300" y="3179921"/>
            <a:ext cx="276939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50"/>
              </a:lnSpc>
              <a:buNone/>
            </a:pPr>
            <a:r>
              <a:rPr lang="en-US" sz="21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2</a:t>
            </a:r>
            <a:endParaRPr lang="en-US" sz="2150" dirty="0"/>
          </a:p>
        </p:txBody>
      </p:sp>
      <p:sp>
        <p:nvSpPr>
          <p:cNvPr id="10" name="Text 8"/>
          <p:cNvSpPr/>
          <p:nvPr/>
        </p:nvSpPr>
        <p:spPr>
          <a:xfrm>
            <a:off x="4199215" y="2982516"/>
            <a:ext cx="2461974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Parcerias Estratégicas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199214" y="3408402"/>
            <a:ext cx="9491733" cy="280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Expandir a rede de ONGs e empresas.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4100751" y="3910846"/>
            <a:ext cx="9741813" cy="11430"/>
          </a:xfrm>
          <a:prstGeom prst="roundRect">
            <a:avLst>
              <a:gd name="adj" fmla="val 258487"/>
            </a:avLst>
          </a:prstGeom>
          <a:solidFill>
            <a:srgbClr val="57575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689372" y="4018836"/>
            <a:ext cx="4969312" cy="1134785"/>
          </a:xfrm>
          <a:prstGeom prst="roundRect">
            <a:avLst>
              <a:gd name="adj" fmla="val 2604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035498" y="4413171"/>
            <a:ext cx="276939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50"/>
              </a:lnSpc>
              <a:buNone/>
            </a:pPr>
            <a:r>
              <a:rPr lang="en-US" sz="21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3</a:t>
            </a:r>
            <a:endParaRPr lang="en-US" sz="2150" dirty="0"/>
          </a:p>
        </p:txBody>
      </p:sp>
      <p:sp>
        <p:nvSpPr>
          <p:cNvPr id="15" name="Text 13"/>
          <p:cNvSpPr/>
          <p:nvPr/>
        </p:nvSpPr>
        <p:spPr>
          <a:xfrm>
            <a:off x="5855613" y="4215765"/>
            <a:ext cx="2618065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Desenvolvimento Contínuo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5855613" y="4641652"/>
            <a:ext cx="7986950" cy="315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Implementar novas funcionalidades e melhorias.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5757148" y="5144095"/>
            <a:ext cx="8085415" cy="11430"/>
          </a:xfrm>
          <a:prstGeom prst="roundRect">
            <a:avLst>
              <a:gd name="adj" fmla="val 258487"/>
            </a:avLst>
          </a:prstGeom>
          <a:solidFill>
            <a:srgbClr val="57575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689372" y="5252085"/>
            <a:ext cx="6625828" cy="1134785"/>
          </a:xfrm>
          <a:prstGeom prst="roundRect">
            <a:avLst>
              <a:gd name="adj" fmla="val 2604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3863816" y="5646420"/>
            <a:ext cx="276939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50"/>
              </a:lnSpc>
              <a:buNone/>
            </a:pPr>
            <a:r>
              <a:rPr lang="en-US" sz="21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4</a:t>
            </a:r>
            <a:endParaRPr lang="en-US" sz="2150" dirty="0"/>
          </a:p>
        </p:txBody>
      </p:sp>
      <p:sp>
        <p:nvSpPr>
          <p:cNvPr id="20" name="Text 18"/>
          <p:cNvSpPr/>
          <p:nvPr/>
        </p:nvSpPr>
        <p:spPr>
          <a:xfrm>
            <a:off x="7512129" y="5449014"/>
            <a:ext cx="2461974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Expansão Nacional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7512128" y="5874901"/>
            <a:ext cx="6330435" cy="315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Levar o ConectaONG para todo o Brasil.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89372" y="6608445"/>
            <a:ext cx="13251656" cy="14173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Agradecemos sua atenção e convidamos você a fazer parte dessa transformação. Juntos, podemos fortalecer o </a:t>
            </a:r>
            <a:r>
              <a:rPr lang="en-US" sz="1550" dirty="0" err="1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voluntariado</a:t>
            </a:r>
            <a:r>
              <a:rPr lang="en-US" sz="15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</a:t>
            </a:r>
          </a:p>
          <a:p>
            <a:pPr>
              <a:lnSpc>
                <a:spcPts val="2450"/>
              </a:lnSpc>
            </a:pPr>
            <a:r>
              <a:rPr lang="en-US" sz="1550" dirty="0">
                <a:solidFill>
                  <a:srgbClr val="E0D6DE"/>
                </a:solidFill>
                <a:latin typeface="Fira Sans" pitchFamily="34" charset="0"/>
              </a:rPr>
              <a:t>Link para o </a:t>
            </a:r>
            <a:r>
              <a:rPr lang="en-US" sz="1550">
                <a:solidFill>
                  <a:srgbClr val="E0D6DE"/>
                </a:solidFill>
                <a:latin typeface="Fira Sans" pitchFamily="34" charset="0"/>
              </a:rPr>
              <a:t>conectaOng: </a:t>
            </a:r>
            <a:r>
              <a:rPr lang="pt-BR" sz="1600" dirty="0">
                <a:hlinkClick r:id="rId3"/>
              </a:rPr>
              <a:t>Home Page - </a:t>
            </a:r>
            <a:r>
              <a:rPr lang="pt-BR" sz="1600" dirty="0" err="1">
                <a:hlinkClick r:id="rId3"/>
              </a:rPr>
              <a:t>conectaOng</a:t>
            </a:r>
            <a:endParaRPr lang="en-US" sz="1550" dirty="0"/>
          </a:p>
        </p:txBody>
      </p: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F1AFEAD6-8DC0-9260-C72E-1F19DD2E6F7D}"/>
              </a:ext>
            </a:extLst>
          </p:cNvPr>
          <p:cNvGrpSpPr/>
          <p:nvPr/>
        </p:nvGrpSpPr>
        <p:grpSpPr>
          <a:xfrm>
            <a:off x="12836668" y="7837440"/>
            <a:ext cx="1666080" cy="241200"/>
            <a:chOff x="12836668" y="7837440"/>
            <a:chExt cx="1666080" cy="241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5" name="Tinta 24">
                  <a:extLst>
                    <a:ext uri="{FF2B5EF4-FFF2-40B4-BE49-F238E27FC236}">
                      <a16:creationId xmlns:a16="http://schemas.microsoft.com/office/drawing/2014/main" id="{59F91E5E-49FA-CEF1-148D-A43924557A2A}"/>
                    </a:ext>
                  </a:extLst>
                </p14:cNvPr>
                <p14:cNvContentPartPr/>
                <p14:nvPr/>
              </p14:nvContentPartPr>
              <p14:xfrm>
                <a:off x="12836668" y="7837440"/>
                <a:ext cx="1666080" cy="87840"/>
              </p14:xfrm>
            </p:contentPart>
          </mc:Choice>
          <mc:Fallback xmlns="">
            <p:pic>
              <p:nvPicPr>
                <p:cNvPr id="25" name="Tinta 24">
                  <a:extLst>
                    <a:ext uri="{FF2B5EF4-FFF2-40B4-BE49-F238E27FC236}">
                      <a16:creationId xmlns:a16="http://schemas.microsoft.com/office/drawing/2014/main" id="{59F91E5E-49FA-CEF1-148D-A43924557A2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2773668" y="7774440"/>
                  <a:ext cx="179172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6" name="Tinta 25">
                  <a:extLst>
                    <a:ext uri="{FF2B5EF4-FFF2-40B4-BE49-F238E27FC236}">
                      <a16:creationId xmlns:a16="http://schemas.microsoft.com/office/drawing/2014/main" id="{C09920D2-3EB7-D613-941C-4F3123F68306}"/>
                    </a:ext>
                  </a:extLst>
                </p14:cNvPr>
                <p14:cNvContentPartPr/>
                <p14:nvPr/>
              </p14:nvContentPartPr>
              <p14:xfrm>
                <a:off x="12860428" y="8028600"/>
                <a:ext cx="1595160" cy="50040"/>
              </p14:xfrm>
            </p:contentPart>
          </mc:Choice>
          <mc:Fallback xmlns="">
            <p:pic>
              <p:nvPicPr>
                <p:cNvPr id="26" name="Tinta 25">
                  <a:extLst>
                    <a:ext uri="{FF2B5EF4-FFF2-40B4-BE49-F238E27FC236}">
                      <a16:creationId xmlns:a16="http://schemas.microsoft.com/office/drawing/2014/main" id="{C09920D2-3EB7-D613-941C-4F3123F6830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797428" y="7965960"/>
                  <a:ext cx="172080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7" name="Tinta 26">
                  <a:extLst>
                    <a:ext uri="{FF2B5EF4-FFF2-40B4-BE49-F238E27FC236}">
                      <a16:creationId xmlns:a16="http://schemas.microsoft.com/office/drawing/2014/main" id="{C75D321A-AB43-81A9-5781-B8173EE56F45}"/>
                    </a:ext>
                  </a:extLst>
                </p14:cNvPr>
                <p14:cNvContentPartPr/>
                <p14:nvPr/>
              </p14:nvContentPartPr>
              <p14:xfrm>
                <a:off x="13690948" y="7923840"/>
                <a:ext cx="787680" cy="58680"/>
              </p14:xfrm>
            </p:contentPart>
          </mc:Choice>
          <mc:Fallback xmlns="">
            <p:pic>
              <p:nvPicPr>
                <p:cNvPr id="27" name="Tinta 26">
                  <a:extLst>
                    <a:ext uri="{FF2B5EF4-FFF2-40B4-BE49-F238E27FC236}">
                      <a16:creationId xmlns:a16="http://schemas.microsoft.com/office/drawing/2014/main" id="{C75D321A-AB43-81A9-5781-B8173EE56F4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3627948" y="7860840"/>
                  <a:ext cx="913320" cy="18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Agrupar 30">
            <a:extLst>
              <a:ext uri="{FF2B5EF4-FFF2-40B4-BE49-F238E27FC236}">
                <a16:creationId xmlns:a16="http://schemas.microsoft.com/office/drawing/2014/main" id="{E53FCB0B-2209-8B3E-C799-CD9759813059}"/>
              </a:ext>
            </a:extLst>
          </p:cNvPr>
          <p:cNvGrpSpPr/>
          <p:nvPr/>
        </p:nvGrpSpPr>
        <p:grpSpPr>
          <a:xfrm>
            <a:off x="12305880" y="7681595"/>
            <a:ext cx="2239200" cy="451800"/>
            <a:chOff x="12305880" y="7681595"/>
            <a:chExt cx="2239200" cy="451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3" name="Tinta 22">
                  <a:extLst>
                    <a:ext uri="{FF2B5EF4-FFF2-40B4-BE49-F238E27FC236}">
                      <a16:creationId xmlns:a16="http://schemas.microsoft.com/office/drawing/2014/main" id="{E8319219-8829-27DE-075A-50FF94B0119A}"/>
                    </a:ext>
                  </a:extLst>
                </p14:cNvPr>
                <p14:cNvContentPartPr/>
                <p14:nvPr/>
              </p14:nvContentPartPr>
              <p14:xfrm>
                <a:off x="12564720" y="7786758"/>
                <a:ext cx="1896480" cy="88560"/>
              </p14:xfrm>
            </p:contentPart>
          </mc:Choice>
          <mc:Fallback xmlns="">
            <p:pic>
              <p:nvPicPr>
                <p:cNvPr id="23" name="Tinta 22">
                  <a:extLst>
                    <a:ext uri="{FF2B5EF4-FFF2-40B4-BE49-F238E27FC236}">
                      <a16:creationId xmlns:a16="http://schemas.microsoft.com/office/drawing/2014/main" id="{E8319219-8829-27DE-075A-50FF94B0119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2501720" y="7724118"/>
                  <a:ext cx="202212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4" name="Tinta 23">
                  <a:extLst>
                    <a:ext uri="{FF2B5EF4-FFF2-40B4-BE49-F238E27FC236}">
                      <a16:creationId xmlns:a16="http://schemas.microsoft.com/office/drawing/2014/main" id="{51163F3E-DE19-9C95-2E17-67DBA0C56970}"/>
                    </a:ext>
                  </a:extLst>
                </p14:cNvPr>
                <p14:cNvContentPartPr/>
                <p14:nvPr/>
              </p14:nvContentPartPr>
              <p14:xfrm>
                <a:off x="12305880" y="7770918"/>
                <a:ext cx="2239200" cy="359640"/>
              </p14:xfrm>
            </p:contentPart>
          </mc:Choice>
          <mc:Fallback xmlns="">
            <p:pic>
              <p:nvPicPr>
                <p:cNvPr id="24" name="Tinta 23">
                  <a:extLst>
                    <a:ext uri="{FF2B5EF4-FFF2-40B4-BE49-F238E27FC236}">
                      <a16:creationId xmlns:a16="http://schemas.microsoft.com/office/drawing/2014/main" id="{51163F3E-DE19-9C95-2E17-67DBA0C5697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2242880" y="7707918"/>
                  <a:ext cx="2364840" cy="48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30" name="Tinta 29">
                  <a:extLst>
                    <a:ext uri="{FF2B5EF4-FFF2-40B4-BE49-F238E27FC236}">
                      <a16:creationId xmlns:a16="http://schemas.microsoft.com/office/drawing/2014/main" id="{138C9EEC-8407-8D5A-5851-CAA4464B3A12}"/>
                    </a:ext>
                  </a:extLst>
                </p14:cNvPr>
                <p14:cNvContentPartPr/>
                <p14:nvPr/>
              </p14:nvContentPartPr>
              <p14:xfrm>
                <a:off x="12360600" y="7681595"/>
                <a:ext cx="2153520" cy="451800"/>
              </p14:xfrm>
            </p:contentPart>
          </mc:Choice>
          <mc:Fallback xmlns="">
            <p:pic>
              <p:nvPicPr>
                <p:cNvPr id="30" name="Tinta 29">
                  <a:extLst>
                    <a:ext uri="{FF2B5EF4-FFF2-40B4-BE49-F238E27FC236}">
                      <a16:creationId xmlns:a16="http://schemas.microsoft.com/office/drawing/2014/main" id="{138C9EEC-8407-8D5A-5851-CAA4464B3A1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2297600" y="7618955"/>
                  <a:ext cx="2279160" cy="5774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</TotalTime>
  <Words>458</Words>
  <Application>Microsoft Office PowerPoint</Application>
  <PresentationFormat>Personalizar</PresentationFormat>
  <Paragraphs>60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Anton</vt:lpstr>
      <vt:lpstr>Fira Sans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Guilherme de Andrade Castro Vieira</cp:lastModifiedBy>
  <cp:revision>16</cp:revision>
  <dcterms:created xsi:type="dcterms:W3CDTF">2025-06-18T17:23:38Z</dcterms:created>
  <dcterms:modified xsi:type="dcterms:W3CDTF">2025-06-23T14:32:49Z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aa7acc6-7a3f-48d6-ad0d-b9ee4c67a4be_Enabled">
    <vt:lpwstr>true</vt:lpwstr>
  </property>
  <property fmtid="{D5CDD505-2E9C-101B-9397-08002B2CF9AE}" pid="3" name="MSIP_Label_faa7acc6-7a3f-48d6-ad0d-b9ee4c67a4be_SetDate">
    <vt:lpwstr>2025-06-18T18:52:06Z</vt:lpwstr>
  </property>
  <property fmtid="{D5CDD505-2E9C-101B-9397-08002B2CF9AE}" pid="4" name="MSIP_Label_faa7acc6-7a3f-48d6-ad0d-b9ee4c67a4be_Method">
    <vt:lpwstr>Standard</vt:lpwstr>
  </property>
  <property fmtid="{D5CDD505-2E9C-101B-9397-08002B2CF9AE}" pid="5" name="MSIP_Label_faa7acc6-7a3f-48d6-ad0d-b9ee4c67a4be_Name">
    <vt:lpwstr>defa4170-0d19-0005-0004-bc88714345d2</vt:lpwstr>
  </property>
  <property fmtid="{D5CDD505-2E9C-101B-9397-08002B2CF9AE}" pid="6" name="MSIP_Label_faa7acc6-7a3f-48d6-ad0d-b9ee4c67a4be_SiteId">
    <vt:lpwstr>884e7052-94d1-4aa1-b59f-14be427bd45e</vt:lpwstr>
  </property>
  <property fmtid="{D5CDD505-2E9C-101B-9397-08002B2CF9AE}" pid="7" name="MSIP_Label_faa7acc6-7a3f-48d6-ad0d-b9ee4c67a4be_ActionId">
    <vt:lpwstr>7e528ca4-d2bd-4910-b4b4-1273efebd599</vt:lpwstr>
  </property>
  <property fmtid="{D5CDD505-2E9C-101B-9397-08002B2CF9AE}" pid="8" name="MSIP_Label_faa7acc6-7a3f-48d6-ad0d-b9ee4c67a4be_ContentBits">
    <vt:lpwstr>0</vt:lpwstr>
  </property>
  <property fmtid="{D5CDD505-2E9C-101B-9397-08002B2CF9AE}" pid="9" name="MSIP_Label_faa7acc6-7a3f-48d6-ad0d-b9ee4c67a4be_Tag">
    <vt:lpwstr>10, 3, 0, 1</vt:lpwstr>
  </property>
</Properties>
</file>